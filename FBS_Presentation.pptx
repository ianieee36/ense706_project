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5" r:id="rId1"/>
  </p:sldMasterIdLst>
  <p:notesMasterIdLst>
    <p:notesMasterId r:id="rId12"/>
  </p:notesMasterIdLst>
  <p:sldIdLst>
    <p:sldId id="256" r:id="rId2"/>
    <p:sldId id="257" r:id="rId3"/>
    <p:sldId id="269" r:id="rId4"/>
    <p:sldId id="270" r:id="rId5"/>
    <p:sldId id="267" r:id="rId6"/>
    <p:sldId id="275" r:id="rId7"/>
    <p:sldId id="273" r:id="rId8"/>
    <p:sldId id="259" r:id="rId9"/>
    <p:sldId id="268" r:id="rId10"/>
    <p:sldId id="274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708" autoAdjust="0"/>
    <p:restoredTop sz="74708"/>
  </p:normalViewPr>
  <p:slideViewPr>
    <p:cSldViewPr snapToGrid="0">
      <p:cViewPr>
        <p:scale>
          <a:sx n="98" d="100"/>
          <a:sy n="98" d="100"/>
        </p:scale>
        <p:origin x="1112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C807019-00B2-46D2-A64F-C655054683A0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A0401621-88DB-43B2-9DE3-B75BDF7B48B2}">
      <dgm:prSet/>
      <dgm:spPr/>
      <dgm:t>
        <a:bodyPr/>
        <a:lstStyle/>
        <a:p>
          <a:r>
            <a:rPr lang="en-US"/>
            <a:t>Air New Zealand is one of the biggest aviation industry in the Asia-Pacific and also the national airline in New Zealand</a:t>
          </a:r>
        </a:p>
      </dgm:t>
    </dgm:pt>
    <dgm:pt modelId="{2FE49FCE-A22D-4C9C-A4FD-90B904CFE331}" type="parTrans" cxnId="{749EFB16-0D24-4B2D-A37F-816FAEC16E72}">
      <dgm:prSet/>
      <dgm:spPr/>
      <dgm:t>
        <a:bodyPr/>
        <a:lstStyle/>
        <a:p>
          <a:endParaRPr lang="en-US"/>
        </a:p>
      </dgm:t>
    </dgm:pt>
    <dgm:pt modelId="{D143FE16-A73B-4176-9F92-95CAFD6FB464}" type="sibTrans" cxnId="{749EFB16-0D24-4B2D-A37F-816FAEC16E72}">
      <dgm:prSet/>
      <dgm:spPr/>
      <dgm:t>
        <a:bodyPr/>
        <a:lstStyle/>
        <a:p>
          <a:endParaRPr lang="en-US"/>
        </a:p>
      </dgm:t>
    </dgm:pt>
    <dgm:pt modelId="{B8EAEB40-3B7E-47CB-B693-DE16DA8A4C39}">
      <dgm:prSet/>
      <dgm:spPr/>
      <dgm:t>
        <a:bodyPr/>
        <a:lstStyle/>
        <a:p>
          <a:r>
            <a:rPr lang="en-US"/>
            <a:t>Employs 11,700 people globally.</a:t>
          </a:r>
        </a:p>
      </dgm:t>
    </dgm:pt>
    <dgm:pt modelId="{A5489127-9166-4730-B8D3-92DC860ED255}" type="parTrans" cxnId="{DFA71B12-6626-4A81-83F8-F06FEB785995}">
      <dgm:prSet/>
      <dgm:spPr/>
      <dgm:t>
        <a:bodyPr/>
        <a:lstStyle/>
        <a:p>
          <a:endParaRPr lang="en-US"/>
        </a:p>
      </dgm:t>
    </dgm:pt>
    <dgm:pt modelId="{050C66C2-6C2D-42AB-BFA3-AC33B153EC19}" type="sibTrans" cxnId="{DFA71B12-6626-4A81-83F8-F06FEB785995}">
      <dgm:prSet/>
      <dgm:spPr/>
      <dgm:t>
        <a:bodyPr/>
        <a:lstStyle/>
        <a:p>
          <a:endParaRPr lang="en-US"/>
        </a:p>
      </dgm:t>
    </dgm:pt>
    <dgm:pt modelId="{B2008797-0DAA-4935-8233-CA321DA50977}">
      <dgm:prSet/>
      <dgm:spPr/>
      <dgm:t>
        <a:bodyPr/>
        <a:lstStyle/>
        <a:p>
          <a:r>
            <a:rPr lang="en-US"/>
            <a:t>It provides both domestic and international flight services.</a:t>
          </a:r>
        </a:p>
      </dgm:t>
    </dgm:pt>
    <dgm:pt modelId="{5845DD5E-7733-438C-BF15-45B0B655B673}" type="parTrans" cxnId="{7AAB2467-3267-41C7-B494-70BBEA985430}">
      <dgm:prSet/>
      <dgm:spPr/>
      <dgm:t>
        <a:bodyPr/>
        <a:lstStyle/>
        <a:p>
          <a:endParaRPr lang="en-US"/>
        </a:p>
      </dgm:t>
    </dgm:pt>
    <dgm:pt modelId="{B047AFD4-6D61-4906-8BB7-7D3C212F839F}" type="sibTrans" cxnId="{7AAB2467-3267-41C7-B494-70BBEA985430}">
      <dgm:prSet/>
      <dgm:spPr/>
      <dgm:t>
        <a:bodyPr/>
        <a:lstStyle/>
        <a:p>
          <a:endParaRPr lang="en-US"/>
        </a:p>
      </dgm:t>
    </dgm:pt>
    <dgm:pt modelId="{7E860E03-DC48-4DAC-B6E9-4F324583D048}">
      <dgm:prSet/>
      <dgm:spPr/>
      <dgm:t>
        <a:bodyPr/>
        <a:lstStyle/>
        <a:p>
          <a:r>
            <a:rPr lang="en-US"/>
            <a:t>Handles large volume of daily operations, including flight scheduling, passenger’s booking, and customer service management.</a:t>
          </a:r>
        </a:p>
      </dgm:t>
    </dgm:pt>
    <dgm:pt modelId="{EA3D770E-E835-4D19-B527-822EC77A6D13}" type="parTrans" cxnId="{7D087410-27A3-4221-A1FF-C5C538F64D69}">
      <dgm:prSet/>
      <dgm:spPr/>
      <dgm:t>
        <a:bodyPr/>
        <a:lstStyle/>
        <a:p>
          <a:endParaRPr lang="en-US"/>
        </a:p>
      </dgm:t>
    </dgm:pt>
    <dgm:pt modelId="{64E7B699-AC63-4801-9FE9-29AD923C7028}" type="sibTrans" cxnId="{7D087410-27A3-4221-A1FF-C5C538F64D69}">
      <dgm:prSet/>
      <dgm:spPr/>
      <dgm:t>
        <a:bodyPr/>
        <a:lstStyle/>
        <a:p>
          <a:endParaRPr lang="en-US"/>
        </a:p>
      </dgm:t>
    </dgm:pt>
    <dgm:pt modelId="{3B4D8DAE-AB37-4976-9EC4-F0D8AC7DB6E5}">
      <dgm:prSet/>
      <dgm:spPr/>
      <dgm:t>
        <a:bodyPr/>
        <a:lstStyle/>
        <a:p>
          <a:r>
            <a:rPr lang="en-US"/>
            <a:t>The airline heavily relies on digital systems to manage flight, bookings, and customer interactions.</a:t>
          </a:r>
        </a:p>
      </dgm:t>
    </dgm:pt>
    <dgm:pt modelId="{49724787-91A0-411E-9F08-D6B6B236FF96}" type="parTrans" cxnId="{015DE192-7F14-40A0-8F02-040C6F935FC4}">
      <dgm:prSet/>
      <dgm:spPr/>
      <dgm:t>
        <a:bodyPr/>
        <a:lstStyle/>
        <a:p>
          <a:endParaRPr lang="en-US"/>
        </a:p>
      </dgm:t>
    </dgm:pt>
    <dgm:pt modelId="{4BACFD9D-6178-4379-A173-621F6448BCA9}" type="sibTrans" cxnId="{015DE192-7F14-40A0-8F02-040C6F935FC4}">
      <dgm:prSet/>
      <dgm:spPr/>
      <dgm:t>
        <a:bodyPr/>
        <a:lstStyle/>
        <a:p>
          <a:endParaRPr lang="en-US"/>
        </a:p>
      </dgm:t>
    </dgm:pt>
    <dgm:pt modelId="{32A3CB67-DFDE-6440-AE5E-1EE9EC8ED4CF}" type="pres">
      <dgm:prSet presAssocID="{1C807019-00B2-46D2-A64F-C655054683A0}" presName="vert0" presStyleCnt="0">
        <dgm:presLayoutVars>
          <dgm:dir/>
          <dgm:animOne val="branch"/>
          <dgm:animLvl val="lvl"/>
        </dgm:presLayoutVars>
      </dgm:prSet>
      <dgm:spPr/>
    </dgm:pt>
    <dgm:pt modelId="{33FF940F-CD40-4547-86F4-CD1936E20EF8}" type="pres">
      <dgm:prSet presAssocID="{A0401621-88DB-43B2-9DE3-B75BDF7B48B2}" presName="thickLine" presStyleLbl="alignNode1" presStyleIdx="0" presStyleCnt="5"/>
      <dgm:spPr/>
    </dgm:pt>
    <dgm:pt modelId="{CBF8EDD3-495E-C745-A587-A6662D9C83EE}" type="pres">
      <dgm:prSet presAssocID="{A0401621-88DB-43B2-9DE3-B75BDF7B48B2}" presName="horz1" presStyleCnt="0"/>
      <dgm:spPr/>
    </dgm:pt>
    <dgm:pt modelId="{139D633F-C093-444F-9962-AD471949D8CC}" type="pres">
      <dgm:prSet presAssocID="{A0401621-88DB-43B2-9DE3-B75BDF7B48B2}" presName="tx1" presStyleLbl="revTx" presStyleIdx="0" presStyleCnt="5"/>
      <dgm:spPr/>
    </dgm:pt>
    <dgm:pt modelId="{B5DFD2B3-F675-C04F-A62B-11DB358A401B}" type="pres">
      <dgm:prSet presAssocID="{A0401621-88DB-43B2-9DE3-B75BDF7B48B2}" presName="vert1" presStyleCnt="0"/>
      <dgm:spPr/>
    </dgm:pt>
    <dgm:pt modelId="{B5300110-13F7-3C4F-974D-436D07334189}" type="pres">
      <dgm:prSet presAssocID="{B8EAEB40-3B7E-47CB-B693-DE16DA8A4C39}" presName="thickLine" presStyleLbl="alignNode1" presStyleIdx="1" presStyleCnt="5"/>
      <dgm:spPr/>
    </dgm:pt>
    <dgm:pt modelId="{95D55224-3FBF-7046-B6F0-CA32A01FE1F7}" type="pres">
      <dgm:prSet presAssocID="{B8EAEB40-3B7E-47CB-B693-DE16DA8A4C39}" presName="horz1" presStyleCnt="0"/>
      <dgm:spPr/>
    </dgm:pt>
    <dgm:pt modelId="{353F2E18-9879-DB4D-9257-5D475DAA984D}" type="pres">
      <dgm:prSet presAssocID="{B8EAEB40-3B7E-47CB-B693-DE16DA8A4C39}" presName="tx1" presStyleLbl="revTx" presStyleIdx="1" presStyleCnt="5"/>
      <dgm:spPr/>
    </dgm:pt>
    <dgm:pt modelId="{391DB2C4-ED0A-0D46-9670-764CC39503B2}" type="pres">
      <dgm:prSet presAssocID="{B8EAEB40-3B7E-47CB-B693-DE16DA8A4C39}" presName="vert1" presStyleCnt="0"/>
      <dgm:spPr/>
    </dgm:pt>
    <dgm:pt modelId="{97BBBF95-0968-894E-9972-FF6C4776E71F}" type="pres">
      <dgm:prSet presAssocID="{B2008797-0DAA-4935-8233-CA321DA50977}" presName="thickLine" presStyleLbl="alignNode1" presStyleIdx="2" presStyleCnt="5"/>
      <dgm:spPr/>
    </dgm:pt>
    <dgm:pt modelId="{561F3C91-9DF7-2342-967C-6C9E6E67EECB}" type="pres">
      <dgm:prSet presAssocID="{B2008797-0DAA-4935-8233-CA321DA50977}" presName="horz1" presStyleCnt="0"/>
      <dgm:spPr/>
    </dgm:pt>
    <dgm:pt modelId="{DF4C1309-A74F-5540-92D8-D1E42AEA3F61}" type="pres">
      <dgm:prSet presAssocID="{B2008797-0DAA-4935-8233-CA321DA50977}" presName="tx1" presStyleLbl="revTx" presStyleIdx="2" presStyleCnt="5"/>
      <dgm:spPr/>
    </dgm:pt>
    <dgm:pt modelId="{B6645716-11BA-3843-B581-B43826102109}" type="pres">
      <dgm:prSet presAssocID="{B2008797-0DAA-4935-8233-CA321DA50977}" presName="vert1" presStyleCnt="0"/>
      <dgm:spPr/>
    </dgm:pt>
    <dgm:pt modelId="{1A61FF4F-E513-4E46-A944-909149F7C159}" type="pres">
      <dgm:prSet presAssocID="{7E860E03-DC48-4DAC-B6E9-4F324583D048}" presName="thickLine" presStyleLbl="alignNode1" presStyleIdx="3" presStyleCnt="5"/>
      <dgm:spPr/>
    </dgm:pt>
    <dgm:pt modelId="{9DDC6E70-78BE-934E-B9B4-AD926E507144}" type="pres">
      <dgm:prSet presAssocID="{7E860E03-DC48-4DAC-B6E9-4F324583D048}" presName="horz1" presStyleCnt="0"/>
      <dgm:spPr/>
    </dgm:pt>
    <dgm:pt modelId="{6CC34156-C2DC-6F44-8257-10543D49ADB4}" type="pres">
      <dgm:prSet presAssocID="{7E860E03-DC48-4DAC-B6E9-4F324583D048}" presName="tx1" presStyleLbl="revTx" presStyleIdx="3" presStyleCnt="5"/>
      <dgm:spPr/>
    </dgm:pt>
    <dgm:pt modelId="{DE0F1379-6F58-5C40-A247-62469CEB7C54}" type="pres">
      <dgm:prSet presAssocID="{7E860E03-DC48-4DAC-B6E9-4F324583D048}" presName="vert1" presStyleCnt="0"/>
      <dgm:spPr/>
    </dgm:pt>
    <dgm:pt modelId="{D6D6F1B9-9401-0543-9A77-F3E1BED27CB3}" type="pres">
      <dgm:prSet presAssocID="{3B4D8DAE-AB37-4976-9EC4-F0D8AC7DB6E5}" presName="thickLine" presStyleLbl="alignNode1" presStyleIdx="4" presStyleCnt="5"/>
      <dgm:spPr/>
    </dgm:pt>
    <dgm:pt modelId="{636A0D8F-F00E-D040-83BE-A45342051F0E}" type="pres">
      <dgm:prSet presAssocID="{3B4D8DAE-AB37-4976-9EC4-F0D8AC7DB6E5}" presName="horz1" presStyleCnt="0"/>
      <dgm:spPr/>
    </dgm:pt>
    <dgm:pt modelId="{A0CC497F-FCD5-334E-B4BC-0C2A9FFCF6FB}" type="pres">
      <dgm:prSet presAssocID="{3B4D8DAE-AB37-4976-9EC4-F0D8AC7DB6E5}" presName="tx1" presStyleLbl="revTx" presStyleIdx="4" presStyleCnt="5"/>
      <dgm:spPr/>
    </dgm:pt>
    <dgm:pt modelId="{873C8F15-D554-5E40-BF52-384E4B2C39C4}" type="pres">
      <dgm:prSet presAssocID="{3B4D8DAE-AB37-4976-9EC4-F0D8AC7DB6E5}" presName="vert1" presStyleCnt="0"/>
      <dgm:spPr/>
    </dgm:pt>
  </dgm:ptLst>
  <dgm:cxnLst>
    <dgm:cxn modelId="{7D087410-27A3-4221-A1FF-C5C538F64D69}" srcId="{1C807019-00B2-46D2-A64F-C655054683A0}" destId="{7E860E03-DC48-4DAC-B6E9-4F324583D048}" srcOrd="3" destOrd="0" parTransId="{EA3D770E-E835-4D19-B527-822EC77A6D13}" sibTransId="{64E7B699-AC63-4801-9FE9-29AD923C7028}"/>
    <dgm:cxn modelId="{DFA71B12-6626-4A81-83F8-F06FEB785995}" srcId="{1C807019-00B2-46D2-A64F-C655054683A0}" destId="{B8EAEB40-3B7E-47CB-B693-DE16DA8A4C39}" srcOrd="1" destOrd="0" parTransId="{A5489127-9166-4730-B8D3-92DC860ED255}" sibTransId="{050C66C2-6C2D-42AB-BFA3-AC33B153EC19}"/>
    <dgm:cxn modelId="{749EFB16-0D24-4B2D-A37F-816FAEC16E72}" srcId="{1C807019-00B2-46D2-A64F-C655054683A0}" destId="{A0401621-88DB-43B2-9DE3-B75BDF7B48B2}" srcOrd="0" destOrd="0" parTransId="{2FE49FCE-A22D-4C9C-A4FD-90B904CFE331}" sibTransId="{D143FE16-A73B-4176-9F92-95CAFD6FB464}"/>
    <dgm:cxn modelId="{577FDD3D-F69B-054B-8889-11E793F2BB58}" type="presOf" srcId="{1C807019-00B2-46D2-A64F-C655054683A0}" destId="{32A3CB67-DFDE-6440-AE5E-1EE9EC8ED4CF}" srcOrd="0" destOrd="0" presId="urn:microsoft.com/office/officeart/2008/layout/LinedList"/>
    <dgm:cxn modelId="{5968714F-EABC-904C-8BD6-34B05D1279F7}" type="presOf" srcId="{3B4D8DAE-AB37-4976-9EC4-F0D8AC7DB6E5}" destId="{A0CC497F-FCD5-334E-B4BC-0C2A9FFCF6FB}" srcOrd="0" destOrd="0" presId="urn:microsoft.com/office/officeart/2008/layout/LinedList"/>
    <dgm:cxn modelId="{9306E163-AD86-D84F-B97B-6C6DB011F95C}" type="presOf" srcId="{A0401621-88DB-43B2-9DE3-B75BDF7B48B2}" destId="{139D633F-C093-444F-9962-AD471949D8CC}" srcOrd="0" destOrd="0" presId="urn:microsoft.com/office/officeart/2008/layout/LinedList"/>
    <dgm:cxn modelId="{7AAB2467-3267-41C7-B494-70BBEA985430}" srcId="{1C807019-00B2-46D2-A64F-C655054683A0}" destId="{B2008797-0DAA-4935-8233-CA321DA50977}" srcOrd="2" destOrd="0" parTransId="{5845DD5E-7733-438C-BF15-45B0B655B673}" sibTransId="{B047AFD4-6D61-4906-8BB7-7D3C212F839F}"/>
    <dgm:cxn modelId="{86520B8A-7C8F-2549-BE17-C89B0DC76841}" type="presOf" srcId="{B8EAEB40-3B7E-47CB-B693-DE16DA8A4C39}" destId="{353F2E18-9879-DB4D-9257-5D475DAA984D}" srcOrd="0" destOrd="0" presId="urn:microsoft.com/office/officeart/2008/layout/LinedList"/>
    <dgm:cxn modelId="{015DE192-7F14-40A0-8F02-040C6F935FC4}" srcId="{1C807019-00B2-46D2-A64F-C655054683A0}" destId="{3B4D8DAE-AB37-4976-9EC4-F0D8AC7DB6E5}" srcOrd="4" destOrd="0" parTransId="{49724787-91A0-411E-9F08-D6B6B236FF96}" sibTransId="{4BACFD9D-6178-4379-A173-621F6448BCA9}"/>
    <dgm:cxn modelId="{6A1B68DA-AFD3-1948-8C65-6B5764C2FAD3}" type="presOf" srcId="{B2008797-0DAA-4935-8233-CA321DA50977}" destId="{DF4C1309-A74F-5540-92D8-D1E42AEA3F61}" srcOrd="0" destOrd="0" presId="urn:microsoft.com/office/officeart/2008/layout/LinedList"/>
    <dgm:cxn modelId="{6E5B68DB-34A1-F147-84B9-BC521A8F5B2F}" type="presOf" srcId="{7E860E03-DC48-4DAC-B6E9-4F324583D048}" destId="{6CC34156-C2DC-6F44-8257-10543D49ADB4}" srcOrd="0" destOrd="0" presId="urn:microsoft.com/office/officeart/2008/layout/LinedList"/>
    <dgm:cxn modelId="{50ED384A-C410-8344-BA17-CF09FB8BDD22}" type="presParOf" srcId="{32A3CB67-DFDE-6440-AE5E-1EE9EC8ED4CF}" destId="{33FF940F-CD40-4547-86F4-CD1936E20EF8}" srcOrd="0" destOrd="0" presId="urn:microsoft.com/office/officeart/2008/layout/LinedList"/>
    <dgm:cxn modelId="{9B42B025-7712-1B48-8502-DFD89CF9945E}" type="presParOf" srcId="{32A3CB67-DFDE-6440-AE5E-1EE9EC8ED4CF}" destId="{CBF8EDD3-495E-C745-A587-A6662D9C83EE}" srcOrd="1" destOrd="0" presId="urn:microsoft.com/office/officeart/2008/layout/LinedList"/>
    <dgm:cxn modelId="{4E9B4B77-2E00-A244-A09A-8E795D536587}" type="presParOf" srcId="{CBF8EDD3-495E-C745-A587-A6662D9C83EE}" destId="{139D633F-C093-444F-9962-AD471949D8CC}" srcOrd="0" destOrd="0" presId="urn:microsoft.com/office/officeart/2008/layout/LinedList"/>
    <dgm:cxn modelId="{74839C58-57B9-394C-B691-289EE9FDA31E}" type="presParOf" srcId="{CBF8EDD3-495E-C745-A587-A6662D9C83EE}" destId="{B5DFD2B3-F675-C04F-A62B-11DB358A401B}" srcOrd="1" destOrd="0" presId="urn:microsoft.com/office/officeart/2008/layout/LinedList"/>
    <dgm:cxn modelId="{08E190AC-51A6-4D49-BDF5-CC44F80D1B1C}" type="presParOf" srcId="{32A3CB67-DFDE-6440-AE5E-1EE9EC8ED4CF}" destId="{B5300110-13F7-3C4F-974D-436D07334189}" srcOrd="2" destOrd="0" presId="urn:microsoft.com/office/officeart/2008/layout/LinedList"/>
    <dgm:cxn modelId="{4598D127-3BFF-144E-AD02-95E6418BD2FF}" type="presParOf" srcId="{32A3CB67-DFDE-6440-AE5E-1EE9EC8ED4CF}" destId="{95D55224-3FBF-7046-B6F0-CA32A01FE1F7}" srcOrd="3" destOrd="0" presId="urn:microsoft.com/office/officeart/2008/layout/LinedList"/>
    <dgm:cxn modelId="{0D1DE2E7-D915-D14E-B4DA-7297A4726C6A}" type="presParOf" srcId="{95D55224-3FBF-7046-B6F0-CA32A01FE1F7}" destId="{353F2E18-9879-DB4D-9257-5D475DAA984D}" srcOrd="0" destOrd="0" presId="urn:microsoft.com/office/officeart/2008/layout/LinedList"/>
    <dgm:cxn modelId="{D30E9216-9826-374A-BD66-1733C4158CFF}" type="presParOf" srcId="{95D55224-3FBF-7046-B6F0-CA32A01FE1F7}" destId="{391DB2C4-ED0A-0D46-9670-764CC39503B2}" srcOrd="1" destOrd="0" presId="urn:microsoft.com/office/officeart/2008/layout/LinedList"/>
    <dgm:cxn modelId="{5D857D37-97B0-904F-AFDB-F2065A873774}" type="presParOf" srcId="{32A3CB67-DFDE-6440-AE5E-1EE9EC8ED4CF}" destId="{97BBBF95-0968-894E-9972-FF6C4776E71F}" srcOrd="4" destOrd="0" presId="urn:microsoft.com/office/officeart/2008/layout/LinedList"/>
    <dgm:cxn modelId="{30D7C09E-E2A2-1049-A1B7-23D3074103E6}" type="presParOf" srcId="{32A3CB67-DFDE-6440-AE5E-1EE9EC8ED4CF}" destId="{561F3C91-9DF7-2342-967C-6C9E6E67EECB}" srcOrd="5" destOrd="0" presId="urn:microsoft.com/office/officeart/2008/layout/LinedList"/>
    <dgm:cxn modelId="{F785A59B-5843-CB47-9DEF-74AE4155701E}" type="presParOf" srcId="{561F3C91-9DF7-2342-967C-6C9E6E67EECB}" destId="{DF4C1309-A74F-5540-92D8-D1E42AEA3F61}" srcOrd="0" destOrd="0" presId="urn:microsoft.com/office/officeart/2008/layout/LinedList"/>
    <dgm:cxn modelId="{20FF5E9C-DC23-6A49-B409-10B8BDC2881F}" type="presParOf" srcId="{561F3C91-9DF7-2342-967C-6C9E6E67EECB}" destId="{B6645716-11BA-3843-B581-B43826102109}" srcOrd="1" destOrd="0" presId="urn:microsoft.com/office/officeart/2008/layout/LinedList"/>
    <dgm:cxn modelId="{57E5EDD1-C9D5-5D4E-9CC3-109585EF4B01}" type="presParOf" srcId="{32A3CB67-DFDE-6440-AE5E-1EE9EC8ED4CF}" destId="{1A61FF4F-E513-4E46-A944-909149F7C159}" srcOrd="6" destOrd="0" presId="urn:microsoft.com/office/officeart/2008/layout/LinedList"/>
    <dgm:cxn modelId="{4E473AA1-D997-5A4A-920C-6869A83EA981}" type="presParOf" srcId="{32A3CB67-DFDE-6440-AE5E-1EE9EC8ED4CF}" destId="{9DDC6E70-78BE-934E-B9B4-AD926E507144}" srcOrd="7" destOrd="0" presId="urn:microsoft.com/office/officeart/2008/layout/LinedList"/>
    <dgm:cxn modelId="{52B065B0-30F8-D443-96D3-364A058DD152}" type="presParOf" srcId="{9DDC6E70-78BE-934E-B9B4-AD926E507144}" destId="{6CC34156-C2DC-6F44-8257-10543D49ADB4}" srcOrd="0" destOrd="0" presId="urn:microsoft.com/office/officeart/2008/layout/LinedList"/>
    <dgm:cxn modelId="{3974ED71-CC81-5B40-9B60-43F8D33FF3DC}" type="presParOf" srcId="{9DDC6E70-78BE-934E-B9B4-AD926E507144}" destId="{DE0F1379-6F58-5C40-A247-62469CEB7C54}" srcOrd="1" destOrd="0" presId="urn:microsoft.com/office/officeart/2008/layout/LinedList"/>
    <dgm:cxn modelId="{E20A8A5E-2662-D14B-9750-86E8EE87CEE8}" type="presParOf" srcId="{32A3CB67-DFDE-6440-AE5E-1EE9EC8ED4CF}" destId="{D6D6F1B9-9401-0543-9A77-F3E1BED27CB3}" srcOrd="8" destOrd="0" presId="urn:microsoft.com/office/officeart/2008/layout/LinedList"/>
    <dgm:cxn modelId="{79B59215-976D-B846-8779-AFEC4A5C93DA}" type="presParOf" srcId="{32A3CB67-DFDE-6440-AE5E-1EE9EC8ED4CF}" destId="{636A0D8F-F00E-D040-83BE-A45342051F0E}" srcOrd="9" destOrd="0" presId="urn:microsoft.com/office/officeart/2008/layout/LinedList"/>
    <dgm:cxn modelId="{C508CAF6-7628-854C-A7DC-E0D1F5AD8AE4}" type="presParOf" srcId="{636A0D8F-F00E-D040-83BE-A45342051F0E}" destId="{A0CC497F-FCD5-334E-B4BC-0C2A9FFCF6FB}" srcOrd="0" destOrd="0" presId="urn:microsoft.com/office/officeart/2008/layout/LinedList"/>
    <dgm:cxn modelId="{363213BF-0FC4-FF4F-BAD5-884229B64811}" type="presParOf" srcId="{636A0D8F-F00E-D040-83BE-A45342051F0E}" destId="{873C8F15-D554-5E40-BF52-384E4B2C39C4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BF54DF7-4058-4C7A-922E-8E0A5775E3D8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7C0028E2-6CDD-452F-948A-F04520D6AD01}">
      <dgm:prSet/>
      <dgm:spPr/>
      <dgm:t>
        <a:bodyPr/>
        <a:lstStyle/>
        <a:p>
          <a:r>
            <a:rPr lang="en-US"/>
            <a:t>Disconnected Systems </a:t>
          </a:r>
        </a:p>
      </dgm:t>
    </dgm:pt>
    <dgm:pt modelId="{D5A236A1-0AD5-4405-AC0A-AF8D90C07536}" type="parTrans" cxnId="{CCAD93F9-4599-434C-A19F-229614303AA1}">
      <dgm:prSet/>
      <dgm:spPr/>
      <dgm:t>
        <a:bodyPr/>
        <a:lstStyle/>
        <a:p>
          <a:endParaRPr lang="en-US"/>
        </a:p>
      </dgm:t>
    </dgm:pt>
    <dgm:pt modelId="{456ECD2E-2D47-4266-B016-D0A0A4702779}" type="sibTrans" cxnId="{CCAD93F9-4599-434C-A19F-229614303AA1}">
      <dgm:prSet/>
      <dgm:spPr/>
      <dgm:t>
        <a:bodyPr/>
        <a:lstStyle/>
        <a:p>
          <a:endParaRPr lang="en-US"/>
        </a:p>
      </dgm:t>
    </dgm:pt>
    <dgm:pt modelId="{35638E86-B58F-4E67-8D83-7FE63073EA6F}">
      <dgm:prSet/>
      <dgm:spPr/>
      <dgm:t>
        <a:bodyPr/>
        <a:lstStyle/>
        <a:p>
          <a:r>
            <a:rPr lang="en-US"/>
            <a:t>Manual Processes</a:t>
          </a:r>
        </a:p>
      </dgm:t>
    </dgm:pt>
    <dgm:pt modelId="{EFD6FD16-C515-45EE-9144-3A4B351B9EAB}" type="parTrans" cxnId="{F1A7DCE0-5FD9-4B6F-B5EC-727D26D60DEA}">
      <dgm:prSet/>
      <dgm:spPr/>
      <dgm:t>
        <a:bodyPr/>
        <a:lstStyle/>
        <a:p>
          <a:endParaRPr lang="en-US"/>
        </a:p>
      </dgm:t>
    </dgm:pt>
    <dgm:pt modelId="{8B11589D-6A23-439D-AC1F-B93596539FF6}" type="sibTrans" cxnId="{F1A7DCE0-5FD9-4B6F-B5EC-727D26D60DEA}">
      <dgm:prSet/>
      <dgm:spPr/>
      <dgm:t>
        <a:bodyPr/>
        <a:lstStyle/>
        <a:p>
          <a:endParaRPr lang="en-US"/>
        </a:p>
      </dgm:t>
    </dgm:pt>
    <dgm:pt modelId="{5D885473-EFCD-4289-82AE-AF1C441E031A}">
      <dgm:prSet/>
      <dgm:spPr/>
      <dgm:t>
        <a:bodyPr/>
        <a:lstStyle/>
        <a:p>
          <a:r>
            <a:rPr lang="en-US"/>
            <a:t>No real-time updates </a:t>
          </a:r>
        </a:p>
      </dgm:t>
    </dgm:pt>
    <dgm:pt modelId="{27E62ABA-E5E6-4F4F-AA6B-6E4291D098B7}" type="parTrans" cxnId="{E6BF2774-D557-45D8-9CA2-0B3A84CC701C}">
      <dgm:prSet/>
      <dgm:spPr/>
      <dgm:t>
        <a:bodyPr/>
        <a:lstStyle/>
        <a:p>
          <a:endParaRPr lang="en-US"/>
        </a:p>
      </dgm:t>
    </dgm:pt>
    <dgm:pt modelId="{166D0AAC-9C4C-4BAA-A4CE-9BB08A6163FA}" type="sibTrans" cxnId="{E6BF2774-D557-45D8-9CA2-0B3A84CC701C}">
      <dgm:prSet/>
      <dgm:spPr/>
      <dgm:t>
        <a:bodyPr/>
        <a:lstStyle/>
        <a:p>
          <a:endParaRPr lang="en-US"/>
        </a:p>
      </dgm:t>
    </dgm:pt>
    <dgm:pt modelId="{BC4CCA37-78F7-4D4C-AD12-CC72B637F05B}">
      <dgm:prSet/>
      <dgm:spPr/>
      <dgm:t>
        <a:bodyPr/>
        <a:lstStyle/>
        <a:p>
          <a:r>
            <a:rPr lang="en-US"/>
            <a:t>Data inconsistency </a:t>
          </a:r>
        </a:p>
      </dgm:t>
    </dgm:pt>
    <dgm:pt modelId="{E2677F37-E641-4842-8349-4121FF5BD437}" type="parTrans" cxnId="{78F38FCA-0C75-4074-A748-C45BDEB3C479}">
      <dgm:prSet/>
      <dgm:spPr/>
      <dgm:t>
        <a:bodyPr/>
        <a:lstStyle/>
        <a:p>
          <a:endParaRPr lang="en-US"/>
        </a:p>
      </dgm:t>
    </dgm:pt>
    <dgm:pt modelId="{A5CCE7F2-1C00-41A2-87DD-51C9488C8AAF}" type="sibTrans" cxnId="{78F38FCA-0C75-4074-A748-C45BDEB3C479}">
      <dgm:prSet/>
      <dgm:spPr/>
      <dgm:t>
        <a:bodyPr/>
        <a:lstStyle/>
        <a:p>
          <a:endParaRPr lang="en-US"/>
        </a:p>
      </dgm:t>
    </dgm:pt>
    <dgm:pt modelId="{54ACE589-6542-46AA-BF74-462EA62CD9CA}">
      <dgm:prSet/>
      <dgm:spPr/>
      <dgm:t>
        <a:bodyPr/>
        <a:lstStyle/>
        <a:p>
          <a:r>
            <a:rPr lang="en-US"/>
            <a:t>Poor coordination</a:t>
          </a:r>
        </a:p>
      </dgm:t>
    </dgm:pt>
    <dgm:pt modelId="{A35A0395-373F-4412-B6C3-89FA85CFAE6B}" type="parTrans" cxnId="{6DD1B4A8-EFC0-4E10-ACD6-E9FFBB3A4E05}">
      <dgm:prSet/>
      <dgm:spPr/>
      <dgm:t>
        <a:bodyPr/>
        <a:lstStyle/>
        <a:p>
          <a:endParaRPr lang="en-US"/>
        </a:p>
      </dgm:t>
    </dgm:pt>
    <dgm:pt modelId="{A5139080-1148-4B76-8F97-288C9F22C0BC}" type="sibTrans" cxnId="{6DD1B4A8-EFC0-4E10-ACD6-E9FFBB3A4E05}">
      <dgm:prSet/>
      <dgm:spPr/>
      <dgm:t>
        <a:bodyPr/>
        <a:lstStyle/>
        <a:p>
          <a:endParaRPr lang="en-US"/>
        </a:p>
      </dgm:t>
    </dgm:pt>
    <dgm:pt modelId="{2AF68838-FC26-43FA-A948-781878563F65}">
      <dgm:prSet/>
      <dgm:spPr/>
      <dgm:t>
        <a:bodyPr/>
        <a:lstStyle/>
        <a:p>
          <a:r>
            <a:rPr lang="en-US"/>
            <a:t>Weak customer experience</a:t>
          </a:r>
        </a:p>
      </dgm:t>
    </dgm:pt>
    <dgm:pt modelId="{2B88AD8C-C9F7-4329-8307-D50FB9D4F06A}" type="parTrans" cxnId="{51907C3C-6CC0-4349-B976-E5D21BC98B09}">
      <dgm:prSet/>
      <dgm:spPr/>
      <dgm:t>
        <a:bodyPr/>
        <a:lstStyle/>
        <a:p>
          <a:endParaRPr lang="en-US"/>
        </a:p>
      </dgm:t>
    </dgm:pt>
    <dgm:pt modelId="{65AE7DF4-3723-48F5-96E0-B82F3D0A1891}" type="sibTrans" cxnId="{51907C3C-6CC0-4349-B976-E5D21BC98B09}">
      <dgm:prSet/>
      <dgm:spPr/>
      <dgm:t>
        <a:bodyPr/>
        <a:lstStyle/>
        <a:p>
          <a:endParaRPr lang="en-US"/>
        </a:p>
      </dgm:t>
    </dgm:pt>
    <dgm:pt modelId="{47D7370D-C333-46B3-8078-6425391B25C1}" type="pres">
      <dgm:prSet presAssocID="{BBF54DF7-4058-4C7A-922E-8E0A5775E3D8}" presName="root" presStyleCnt="0">
        <dgm:presLayoutVars>
          <dgm:dir/>
          <dgm:resizeHandles val="exact"/>
        </dgm:presLayoutVars>
      </dgm:prSet>
      <dgm:spPr/>
    </dgm:pt>
    <dgm:pt modelId="{E21CC03C-68C8-4824-B52A-436AD5739F80}" type="pres">
      <dgm:prSet presAssocID="{7C0028E2-6CDD-452F-948A-F04520D6AD01}" presName="compNode" presStyleCnt="0"/>
      <dgm:spPr/>
    </dgm:pt>
    <dgm:pt modelId="{F4415D55-3810-4F81-9B76-3260F479C126}" type="pres">
      <dgm:prSet presAssocID="{7C0028E2-6CDD-452F-948A-F04520D6AD01}" presName="iconRect" presStyleLbl="node1" presStyleIdx="0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C01369E9-8794-49F9-8A3E-9C5CAAD44F46}" type="pres">
      <dgm:prSet presAssocID="{7C0028E2-6CDD-452F-948A-F04520D6AD01}" presName="spaceRect" presStyleCnt="0"/>
      <dgm:spPr/>
    </dgm:pt>
    <dgm:pt modelId="{65393A72-BD12-4616-9884-1DED0D3FC298}" type="pres">
      <dgm:prSet presAssocID="{7C0028E2-6CDD-452F-948A-F04520D6AD01}" presName="textRect" presStyleLbl="revTx" presStyleIdx="0" presStyleCnt="6">
        <dgm:presLayoutVars>
          <dgm:chMax val="1"/>
          <dgm:chPref val="1"/>
        </dgm:presLayoutVars>
      </dgm:prSet>
      <dgm:spPr/>
    </dgm:pt>
    <dgm:pt modelId="{4053667E-381E-4BBF-99AB-CA911D2E0D58}" type="pres">
      <dgm:prSet presAssocID="{456ECD2E-2D47-4266-B016-D0A0A4702779}" presName="sibTrans" presStyleCnt="0"/>
      <dgm:spPr/>
    </dgm:pt>
    <dgm:pt modelId="{D70E6135-F399-441D-9CEA-3D001D9A1347}" type="pres">
      <dgm:prSet presAssocID="{35638E86-B58F-4E67-8D83-7FE63073EA6F}" presName="compNode" presStyleCnt="0"/>
      <dgm:spPr/>
    </dgm:pt>
    <dgm:pt modelId="{365D5548-0AE6-4A72-B9AA-04AC0FB8A2EB}" type="pres">
      <dgm:prSet presAssocID="{35638E86-B58F-4E67-8D83-7FE63073EA6F}" presName="iconRect" presStyleLbl="node1" presStyleIdx="1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List"/>
        </a:ext>
      </dgm:extLst>
    </dgm:pt>
    <dgm:pt modelId="{1221FC94-4B48-4C08-BB71-605D86C69C5C}" type="pres">
      <dgm:prSet presAssocID="{35638E86-B58F-4E67-8D83-7FE63073EA6F}" presName="spaceRect" presStyleCnt="0"/>
      <dgm:spPr/>
    </dgm:pt>
    <dgm:pt modelId="{22A10299-5260-469B-94C0-2DF947FDD7DE}" type="pres">
      <dgm:prSet presAssocID="{35638E86-B58F-4E67-8D83-7FE63073EA6F}" presName="textRect" presStyleLbl="revTx" presStyleIdx="1" presStyleCnt="6">
        <dgm:presLayoutVars>
          <dgm:chMax val="1"/>
          <dgm:chPref val="1"/>
        </dgm:presLayoutVars>
      </dgm:prSet>
      <dgm:spPr/>
    </dgm:pt>
    <dgm:pt modelId="{91412242-7DE8-43FD-AEDB-F3A3EAB26753}" type="pres">
      <dgm:prSet presAssocID="{8B11589D-6A23-439D-AC1F-B93596539FF6}" presName="sibTrans" presStyleCnt="0"/>
      <dgm:spPr/>
    </dgm:pt>
    <dgm:pt modelId="{8A1D0D8C-6F74-4E61-82CE-7DD9A3F3D3D9}" type="pres">
      <dgm:prSet presAssocID="{5D885473-EFCD-4289-82AE-AF1C441E031A}" presName="compNode" presStyleCnt="0"/>
      <dgm:spPr/>
    </dgm:pt>
    <dgm:pt modelId="{81FDDEBC-471E-4549-9159-43A55DE32E57}" type="pres">
      <dgm:prSet presAssocID="{5D885473-EFCD-4289-82AE-AF1C441E031A}" presName="iconRect" presStyleLbl="node1" presStyleIdx="2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7EC2FF7B-964C-4D0C-B6EB-BF012F4D34D9}" type="pres">
      <dgm:prSet presAssocID="{5D885473-EFCD-4289-82AE-AF1C441E031A}" presName="spaceRect" presStyleCnt="0"/>
      <dgm:spPr/>
    </dgm:pt>
    <dgm:pt modelId="{08EBBA22-1798-42EC-92DC-81E8434F07DA}" type="pres">
      <dgm:prSet presAssocID="{5D885473-EFCD-4289-82AE-AF1C441E031A}" presName="textRect" presStyleLbl="revTx" presStyleIdx="2" presStyleCnt="6">
        <dgm:presLayoutVars>
          <dgm:chMax val="1"/>
          <dgm:chPref val="1"/>
        </dgm:presLayoutVars>
      </dgm:prSet>
      <dgm:spPr/>
    </dgm:pt>
    <dgm:pt modelId="{91D950F7-A171-4EE8-AC0B-C7FDB17671A2}" type="pres">
      <dgm:prSet presAssocID="{166D0AAC-9C4C-4BAA-A4CE-9BB08A6163FA}" presName="sibTrans" presStyleCnt="0"/>
      <dgm:spPr/>
    </dgm:pt>
    <dgm:pt modelId="{830509B2-8682-4FBB-B4EC-B604333597BD}" type="pres">
      <dgm:prSet presAssocID="{BC4CCA37-78F7-4D4C-AD12-CC72B637F05B}" presName="compNode" presStyleCnt="0"/>
      <dgm:spPr/>
    </dgm:pt>
    <dgm:pt modelId="{C8E69CE0-404F-4237-9F73-A6A785569E25}" type="pres">
      <dgm:prSet presAssocID="{BC4CCA37-78F7-4D4C-AD12-CC72B637F05B}" presName="iconRect" presStyleLbl="node1" presStyleIdx="3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C062A800-129F-46CD-A3DD-718BB5B6A044}" type="pres">
      <dgm:prSet presAssocID="{BC4CCA37-78F7-4D4C-AD12-CC72B637F05B}" presName="spaceRect" presStyleCnt="0"/>
      <dgm:spPr/>
    </dgm:pt>
    <dgm:pt modelId="{ED2F8132-7194-4717-820D-346EDDCEB5BA}" type="pres">
      <dgm:prSet presAssocID="{BC4CCA37-78F7-4D4C-AD12-CC72B637F05B}" presName="textRect" presStyleLbl="revTx" presStyleIdx="3" presStyleCnt="6">
        <dgm:presLayoutVars>
          <dgm:chMax val="1"/>
          <dgm:chPref val="1"/>
        </dgm:presLayoutVars>
      </dgm:prSet>
      <dgm:spPr/>
    </dgm:pt>
    <dgm:pt modelId="{EA4C59AB-297B-4210-8080-C3379E6FED53}" type="pres">
      <dgm:prSet presAssocID="{A5CCE7F2-1C00-41A2-87DD-51C9488C8AAF}" presName="sibTrans" presStyleCnt="0"/>
      <dgm:spPr/>
    </dgm:pt>
    <dgm:pt modelId="{441AA10A-B935-4721-AA2F-4411853C384C}" type="pres">
      <dgm:prSet presAssocID="{54ACE589-6542-46AA-BF74-462EA62CD9CA}" presName="compNode" presStyleCnt="0"/>
      <dgm:spPr/>
    </dgm:pt>
    <dgm:pt modelId="{65B44F7C-513B-4487-8959-D555C9A1644E}" type="pres">
      <dgm:prSet presAssocID="{54ACE589-6542-46AA-BF74-462EA62CD9CA}" presName="iconRect" presStyleLbl="node1" presStyleIdx="4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wnward trend"/>
        </a:ext>
      </dgm:extLst>
    </dgm:pt>
    <dgm:pt modelId="{6A17583B-7A20-4DAE-939C-B18A5315D0CC}" type="pres">
      <dgm:prSet presAssocID="{54ACE589-6542-46AA-BF74-462EA62CD9CA}" presName="spaceRect" presStyleCnt="0"/>
      <dgm:spPr/>
    </dgm:pt>
    <dgm:pt modelId="{372DFA24-7AE7-4B1F-9EE5-58AF4B9ED3BD}" type="pres">
      <dgm:prSet presAssocID="{54ACE589-6542-46AA-BF74-462EA62CD9CA}" presName="textRect" presStyleLbl="revTx" presStyleIdx="4" presStyleCnt="6">
        <dgm:presLayoutVars>
          <dgm:chMax val="1"/>
          <dgm:chPref val="1"/>
        </dgm:presLayoutVars>
      </dgm:prSet>
      <dgm:spPr/>
    </dgm:pt>
    <dgm:pt modelId="{12E8282D-4ED5-4952-87FD-C836386285AD}" type="pres">
      <dgm:prSet presAssocID="{A5139080-1148-4B76-8F97-288C9F22C0BC}" presName="sibTrans" presStyleCnt="0"/>
      <dgm:spPr/>
    </dgm:pt>
    <dgm:pt modelId="{C97BAD88-2FD7-4571-8ADC-85305D6CB63E}" type="pres">
      <dgm:prSet presAssocID="{2AF68838-FC26-43FA-A948-781878563F65}" presName="compNode" presStyleCnt="0"/>
      <dgm:spPr/>
    </dgm:pt>
    <dgm:pt modelId="{D76BCB36-E74F-42AF-8A1C-BB54350FBE83}" type="pres">
      <dgm:prSet presAssocID="{2AF68838-FC26-43FA-A948-781878563F65}" presName="iconRect" presStyleLbl="node1" presStyleIdx="5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ad Face with No Fill"/>
        </a:ext>
      </dgm:extLst>
    </dgm:pt>
    <dgm:pt modelId="{9CAF7CB4-D21B-4115-815E-086EB4C0BD98}" type="pres">
      <dgm:prSet presAssocID="{2AF68838-FC26-43FA-A948-781878563F65}" presName="spaceRect" presStyleCnt="0"/>
      <dgm:spPr/>
    </dgm:pt>
    <dgm:pt modelId="{D006D255-4253-4C29-9886-0C6D113DB99D}" type="pres">
      <dgm:prSet presAssocID="{2AF68838-FC26-43FA-A948-781878563F65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C1D68B39-8A68-4B77-B083-12338FE79B48}" type="presOf" srcId="{7C0028E2-6CDD-452F-948A-F04520D6AD01}" destId="{65393A72-BD12-4616-9884-1DED0D3FC298}" srcOrd="0" destOrd="0" presId="urn:microsoft.com/office/officeart/2018/2/layout/IconLabelList"/>
    <dgm:cxn modelId="{51907C3C-6CC0-4349-B976-E5D21BC98B09}" srcId="{BBF54DF7-4058-4C7A-922E-8E0A5775E3D8}" destId="{2AF68838-FC26-43FA-A948-781878563F65}" srcOrd="5" destOrd="0" parTransId="{2B88AD8C-C9F7-4329-8307-D50FB9D4F06A}" sibTransId="{65AE7DF4-3723-48F5-96E0-B82F3D0A1891}"/>
    <dgm:cxn modelId="{52D68C4C-AA99-465B-AE3C-04ED4A82670E}" type="presOf" srcId="{54ACE589-6542-46AA-BF74-462EA62CD9CA}" destId="{372DFA24-7AE7-4B1F-9EE5-58AF4B9ED3BD}" srcOrd="0" destOrd="0" presId="urn:microsoft.com/office/officeart/2018/2/layout/IconLabelList"/>
    <dgm:cxn modelId="{B76F6666-036B-4EC8-A8B1-979866681758}" type="presOf" srcId="{35638E86-B58F-4E67-8D83-7FE63073EA6F}" destId="{22A10299-5260-469B-94C0-2DF947FDD7DE}" srcOrd="0" destOrd="0" presId="urn:microsoft.com/office/officeart/2018/2/layout/IconLabelList"/>
    <dgm:cxn modelId="{E6BF2774-D557-45D8-9CA2-0B3A84CC701C}" srcId="{BBF54DF7-4058-4C7A-922E-8E0A5775E3D8}" destId="{5D885473-EFCD-4289-82AE-AF1C441E031A}" srcOrd="2" destOrd="0" parTransId="{27E62ABA-E5E6-4F4F-AA6B-6E4291D098B7}" sibTransId="{166D0AAC-9C4C-4BAA-A4CE-9BB08A6163FA}"/>
    <dgm:cxn modelId="{C279E082-A025-43E2-BF1E-0879868CDC06}" type="presOf" srcId="{2AF68838-FC26-43FA-A948-781878563F65}" destId="{D006D255-4253-4C29-9886-0C6D113DB99D}" srcOrd="0" destOrd="0" presId="urn:microsoft.com/office/officeart/2018/2/layout/IconLabelList"/>
    <dgm:cxn modelId="{A6CDB294-D8DA-4D2E-9F6F-FD21DE3C257A}" type="presOf" srcId="{BBF54DF7-4058-4C7A-922E-8E0A5775E3D8}" destId="{47D7370D-C333-46B3-8078-6425391B25C1}" srcOrd="0" destOrd="0" presId="urn:microsoft.com/office/officeart/2018/2/layout/IconLabelList"/>
    <dgm:cxn modelId="{DFD2339F-7E63-4A9F-9A63-5F6A734682A7}" type="presOf" srcId="{BC4CCA37-78F7-4D4C-AD12-CC72B637F05B}" destId="{ED2F8132-7194-4717-820D-346EDDCEB5BA}" srcOrd="0" destOrd="0" presId="urn:microsoft.com/office/officeart/2018/2/layout/IconLabelList"/>
    <dgm:cxn modelId="{6DD1B4A8-EFC0-4E10-ACD6-E9FFBB3A4E05}" srcId="{BBF54DF7-4058-4C7A-922E-8E0A5775E3D8}" destId="{54ACE589-6542-46AA-BF74-462EA62CD9CA}" srcOrd="4" destOrd="0" parTransId="{A35A0395-373F-4412-B6C3-89FA85CFAE6B}" sibTransId="{A5139080-1148-4B76-8F97-288C9F22C0BC}"/>
    <dgm:cxn modelId="{78F38FCA-0C75-4074-A748-C45BDEB3C479}" srcId="{BBF54DF7-4058-4C7A-922E-8E0A5775E3D8}" destId="{BC4CCA37-78F7-4D4C-AD12-CC72B637F05B}" srcOrd="3" destOrd="0" parTransId="{E2677F37-E641-4842-8349-4121FF5BD437}" sibTransId="{A5CCE7F2-1C00-41A2-87DD-51C9488C8AAF}"/>
    <dgm:cxn modelId="{F1A7DCE0-5FD9-4B6F-B5EC-727D26D60DEA}" srcId="{BBF54DF7-4058-4C7A-922E-8E0A5775E3D8}" destId="{35638E86-B58F-4E67-8D83-7FE63073EA6F}" srcOrd="1" destOrd="0" parTransId="{EFD6FD16-C515-45EE-9144-3A4B351B9EAB}" sibTransId="{8B11589D-6A23-439D-AC1F-B93596539FF6}"/>
    <dgm:cxn modelId="{C2C7F9E1-9841-46C1-A5D2-EB81DD4B4B9A}" type="presOf" srcId="{5D885473-EFCD-4289-82AE-AF1C441E031A}" destId="{08EBBA22-1798-42EC-92DC-81E8434F07DA}" srcOrd="0" destOrd="0" presId="urn:microsoft.com/office/officeart/2018/2/layout/IconLabelList"/>
    <dgm:cxn modelId="{CCAD93F9-4599-434C-A19F-229614303AA1}" srcId="{BBF54DF7-4058-4C7A-922E-8E0A5775E3D8}" destId="{7C0028E2-6CDD-452F-948A-F04520D6AD01}" srcOrd="0" destOrd="0" parTransId="{D5A236A1-0AD5-4405-AC0A-AF8D90C07536}" sibTransId="{456ECD2E-2D47-4266-B016-D0A0A4702779}"/>
    <dgm:cxn modelId="{F50F719F-F75C-492F-B091-0309C2E67127}" type="presParOf" srcId="{47D7370D-C333-46B3-8078-6425391B25C1}" destId="{E21CC03C-68C8-4824-B52A-436AD5739F80}" srcOrd="0" destOrd="0" presId="urn:microsoft.com/office/officeart/2018/2/layout/IconLabelList"/>
    <dgm:cxn modelId="{8B86791F-A4DF-4E98-856E-3CA2FA7212EE}" type="presParOf" srcId="{E21CC03C-68C8-4824-B52A-436AD5739F80}" destId="{F4415D55-3810-4F81-9B76-3260F479C126}" srcOrd="0" destOrd="0" presId="urn:microsoft.com/office/officeart/2018/2/layout/IconLabelList"/>
    <dgm:cxn modelId="{9F971B5D-45AB-4AB6-999D-EEA2B6640FBF}" type="presParOf" srcId="{E21CC03C-68C8-4824-B52A-436AD5739F80}" destId="{C01369E9-8794-49F9-8A3E-9C5CAAD44F46}" srcOrd="1" destOrd="0" presId="urn:microsoft.com/office/officeart/2018/2/layout/IconLabelList"/>
    <dgm:cxn modelId="{17BF4336-2985-4F35-A2D4-8469772185C5}" type="presParOf" srcId="{E21CC03C-68C8-4824-B52A-436AD5739F80}" destId="{65393A72-BD12-4616-9884-1DED0D3FC298}" srcOrd="2" destOrd="0" presId="urn:microsoft.com/office/officeart/2018/2/layout/IconLabelList"/>
    <dgm:cxn modelId="{0D131B2F-8FD9-4805-9226-A4B35ECEBB74}" type="presParOf" srcId="{47D7370D-C333-46B3-8078-6425391B25C1}" destId="{4053667E-381E-4BBF-99AB-CA911D2E0D58}" srcOrd="1" destOrd="0" presId="urn:microsoft.com/office/officeart/2018/2/layout/IconLabelList"/>
    <dgm:cxn modelId="{2950B9BB-8104-497A-AEA6-C72B33D40EC3}" type="presParOf" srcId="{47D7370D-C333-46B3-8078-6425391B25C1}" destId="{D70E6135-F399-441D-9CEA-3D001D9A1347}" srcOrd="2" destOrd="0" presId="urn:microsoft.com/office/officeart/2018/2/layout/IconLabelList"/>
    <dgm:cxn modelId="{619AC510-DC2F-4A39-A05F-B05B27C75D3D}" type="presParOf" srcId="{D70E6135-F399-441D-9CEA-3D001D9A1347}" destId="{365D5548-0AE6-4A72-B9AA-04AC0FB8A2EB}" srcOrd="0" destOrd="0" presId="urn:microsoft.com/office/officeart/2018/2/layout/IconLabelList"/>
    <dgm:cxn modelId="{2D323DBF-E502-44C7-9E76-86DB0110644A}" type="presParOf" srcId="{D70E6135-F399-441D-9CEA-3D001D9A1347}" destId="{1221FC94-4B48-4C08-BB71-605D86C69C5C}" srcOrd="1" destOrd="0" presId="urn:microsoft.com/office/officeart/2018/2/layout/IconLabelList"/>
    <dgm:cxn modelId="{DAB16F79-4EFD-42CD-8DC3-317CB5D7AD2A}" type="presParOf" srcId="{D70E6135-F399-441D-9CEA-3D001D9A1347}" destId="{22A10299-5260-469B-94C0-2DF947FDD7DE}" srcOrd="2" destOrd="0" presId="urn:microsoft.com/office/officeart/2018/2/layout/IconLabelList"/>
    <dgm:cxn modelId="{754AA357-5013-43D4-AEC9-ED11BC711C72}" type="presParOf" srcId="{47D7370D-C333-46B3-8078-6425391B25C1}" destId="{91412242-7DE8-43FD-AEDB-F3A3EAB26753}" srcOrd="3" destOrd="0" presId="urn:microsoft.com/office/officeart/2018/2/layout/IconLabelList"/>
    <dgm:cxn modelId="{A859A981-3013-41B9-ABFB-38AAC1341F1B}" type="presParOf" srcId="{47D7370D-C333-46B3-8078-6425391B25C1}" destId="{8A1D0D8C-6F74-4E61-82CE-7DD9A3F3D3D9}" srcOrd="4" destOrd="0" presId="urn:microsoft.com/office/officeart/2018/2/layout/IconLabelList"/>
    <dgm:cxn modelId="{492898E8-FBB5-4932-BBFD-5AA8438467E0}" type="presParOf" srcId="{8A1D0D8C-6F74-4E61-82CE-7DD9A3F3D3D9}" destId="{81FDDEBC-471E-4549-9159-43A55DE32E57}" srcOrd="0" destOrd="0" presId="urn:microsoft.com/office/officeart/2018/2/layout/IconLabelList"/>
    <dgm:cxn modelId="{24FA9008-7FCA-42EC-AC3F-C387A3D024C6}" type="presParOf" srcId="{8A1D0D8C-6F74-4E61-82CE-7DD9A3F3D3D9}" destId="{7EC2FF7B-964C-4D0C-B6EB-BF012F4D34D9}" srcOrd="1" destOrd="0" presId="urn:microsoft.com/office/officeart/2018/2/layout/IconLabelList"/>
    <dgm:cxn modelId="{41CEDD9E-0C36-4B87-ADC2-6544ACA88AD2}" type="presParOf" srcId="{8A1D0D8C-6F74-4E61-82CE-7DD9A3F3D3D9}" destId="{08EBBA22-1798-42EC-92DC-81E8434F07DA}" srcOrd="2" destOrd="0" presId="urn:microsoft.com/office/officeart/2018/2/layout/IconLabelList"/>
    <dgm:cxn modelId="{747CD40E-2C09-442D-A1C0-4E51741FB710}" type="presParOf" srcId="{47D7370D-C333-46B3-8078-6425391B25C1}" destId="{91D950F7-A171-4EE8-AC0B-C7FDB17671A2}" srcOrd="5" destOrd="0" presId="urn:microsoft.com/office/officeart/2018/2/layout/IconLabelList"/>
    <dgm:cxn modelId="{17ECC44C-1E17-40D3-95BA-E538666E3BF4}" type="presParOf" srcId="{47D7370D-C333-46B3-8078-6425391B25C1}" destId="{830509B2-8682-4FBB-B4EC-B604333597BD}" srcOrd="6" destOrd="0" presId="urn:microsoft.com/office/officeart/2018/2/layout/IconLabelList"/>
    <dgm:cxn modelId="{989CB45C-B620-42BB-A938-074F1D9A42A5}" type="presParOf" srcId="{830509B2-8682-4FBB-B4EC-B604333597BD}" destId="{C8E69CE0-404F-4237-9F73-A6A785569E25}" srcOrd="0" destOrd="0" presId="urn:microsoft.com/office/officeart/2018/2/layout/IconLabelList"/>
    <dgm:cxn modelId="{B404DBC5-1372-4C33-B0C1-1641B8FB30D1}" type="presParOf" srcId="{830509B2-8682-4FBB-B4EC-B604333597BD}" destId="{C062A800-129F-46CD-A3DD-718BB5B6A044}" srcOrd="1" destOrd="0" presId="urn:microsoft.com/office/officeart/2018/2/layout/IconLabelList"/>
    <dgm:cxn modelId="{53E63922-6471-49B1-B064-848E3860C8B0}" type="presParOf" srcId="{830509B2-8682-4FBB-B4EC-B604333597BD}" destId="{ED2F8132-7194-4717-820D-346EDDCEB5BA}" srcOrd="2" destOrd="0" presId="urn:microsoft.com/office/officeart/2018/2/layout/IconLabelList"/>
    <dgm:cxn modelId="{1C639A71-AF53-4EF5-A0D9-54DBCCB0258E}" type="presParOf" srcId="{47D7370D-C333-46B3-8078-6425391B25C1}" destId="{EA4C59AB-297B-4210-8080-C3379E6FED53}" srcOrd="7" destOrd="0" presId="urn:microsoft.com/office/officeart/2018/2/layout/IconLabelList"/>
    <dgm:cxn modelId="{EA185E8E-3369-4965-B604-759CB85342E5}" type="presParOf" srcId="{47D7370D-C333-46B3-8078-6425391B25C1}" destId="{441AA10A-B935-4721-AA2F-4411853C384C}" srcOrd="8" destOrd="0" presId="urn:microsoft.com/office/officeart/2018/2/layout/IconLabelList"/>
    <dgm:cxn modelId="{35B74990-4A33-4B79-A355-80310979812D}" type="presParOf" srcId="{441AA10A-B935-4721-AA2F-4411853C384C}" destId="{65B44F7C-513B-4487-8959-D555C9A1644E}" srcOrd="0" destOrd="0" presId="urn:microsoft.com/office/officeart/2018/2/layout/IconLabelList"/>
    <dgm:cxn modelId="{994EE2E5-DE09-4CF0-BAA0-34B32AC721FB}" type="presParOf" srcId="{441AA10A-B935-4721-AA2F-4411853C384C}" destId="{6A17583B-7A20-4DAE-939C-B18A5315D0CC}" srcOrd="1" destOrd="0" presId="urn:microsoft.com/office/officeart/2018/2/layout/IconLabelList"/>
    <dgm:cxn modelId="{76127F31-E00C-4E3E-B5E7-56B1C0199B4E}" type="presParOf" srcId="{441AA10A-B935-4721-AA2F-4411853C384C}" destId="{372DFA24-7AE7-4B1F-9EE5-58AF4B9ED3BD}" srcOrd="2" destOrd="0" presId="urn:microsoft.com/office/officeart/2018/2/layout/IconLabelList"/>
    <dgm:cxn modelId="{833A2C31-BAD8-4AF9-BDDE-7E7A87A7C799}" type="presParOf" srcId="{47D7370D-C333-46B3-8078-6425391B25C1}" destId="{12E8282D-4ED5-4952-87FD-C836386285AD}" srcOrd="9" destOrd="0" presId="urn:microsoft.com/office/officeart/2018/2/layout/IconLabelList"/>
    <dgm:cxn modelId="{B4BFEE60-3826-4AB9-AD29-0C41A5067668}" type="presParOf" srcId="{47D7370D-C333-46B3-8078-6425391B25C1}" destId="{C97BAD88-2FD7-4571-8ADC-85305D6CB63E}" srcOrd="10" destOrd="0" presId="urn:microsoft.com/office/officeart/2018/2/layout/IconLabelList"/>
    <dgm:cxn modelId="{DDFD638A-0B47-427B-8215-388D32DFD058}" type="presParOf" srcId="{C97BAD88-2FD7-4571-8ADC-85305D6CB63E}" destId="{D76BCB36-E74F-42AF-8A1C-BB54350FBE83}" srcOrd="0" destOrd="0" presId="urn:microsoft.com/office/officeart/2018/2/layout/IconLabelList"/>
    <dgm:cxn modelId="{CBFBC796-DE03-4CC9-B331-F7650D2733C0}" type="presParOf" srcId="{C97BAD88-2FD7-4571-8ADC-85305D6CB63E}" destId="{9CAF7CB4-D21B-4115-815E-086EB4C0BD98}" srcOrd="1" destOrd="0" presId="urn:microsoft.com/office/officeart/2018/2/layout/IconLabelList"/>
    <dgm:cxn modelId="{9108FB1F-822D-4FAD-9E92-4A8318757A3B}" type="presParOf" srcId="{C97BAD88-2FD7-4571-8ADC-85305D6CB63E}" destId="{D006D255-4253-4C29-9886-0C6D113DB99D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480208A-F7F8-47E8-8220-1077C0AA88EA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4EDF1A5-C7E2-48B2-9F43-14997E8C34B7}">
      <dgm:prSet/>
      <dgm:spPr/>
      <dgm:t>
        <a:bodyPr/>
        <a:lstStyle/>
        <a:p>
          <a:r>
            <a:rPr lang="en-US" dirty="0"/>
            <a:t>Layered Architecture</a:t>
          </a:r>
        </a:p>
      </dgm:t>
    </dgm:pt>
    <dgm:pt modelId="{D47A5D23-B802-47AA-8ABF-D64BEBCDA404}" type="parTrans" cxnId="{1190A71C-4BC5-4FCC-9847-6B2875EAD712}">
      <dgm:prSet/>
      <dgm:spPr/>
      <dgm:t>
        <a:bodyPr/>
        <a:lstStyle/>
        <a:p>
          <a:endParaRPr lang="en-US"/>
        </a:p>
      </dgm:t>
    </dgm:pt>
    <dgm:pt modelId="{7C9273D8-BFAD-4458-9953-3AEE7B687B6E}" type="sibTrans" cxnId="{1190A71C-4BC5-4FCC-9847-6B2875EAD712}">
      <dgm:prSet/>
      <dgm:spPr/>
      <dgm:t>
        <a:bodyPr/>
        <a:lstStyle/>
        <a:p>
          <a:endParaRPr lang="en-US"/>
        </a:p>
      </dgm:t>
    </dgm:pt>
    <dgm:pt modelId="{CBD935D0-69C1-49E7-9061-4880DF188DBA}">
      <dgm:prSet/>
      <dgm:spPr/>
      <dgm:t>
        <a:bodyPr/>
        <a:lstStyle/>
        <a:p>
          <a:r>
            <a:rPr lang="en-US" dirty="0"/>
            <a:t>Role-based access </a:t>
          </a:r>
        </a:p>
      </dgm:t>
    </dgm:pt>
    <dgm:pt modelId="{C756A09E-9E79-4EC6-8F78-83EFC5E5BE4B}" type="parTrans" cxnId="{6C381AF0-AAB4-4C4E-A234-BC211514C0AD}">
      <dgm:prSet/>
      <dgm:spPr/>
      <dgm:t>
        <a:bodyPr/>
        <a:lstStyle/>
        <a:p>
          <a:endParaRPr lang="en-US"/>
        </a:p>
      </dgm:t>
    </dgm:pt>
    <dgm:pt modelId="{0815111E-D5C4-4B25-8A6A-65BEEDB2A403}" type="sibTrans" cxnId="{6C381AF0-AAB4-4C4E-A234-BC211514C0AD}">
      <dgm:prSet/>
      <dgm:spPr/>
      <dgm:t>
        <a:bodyPr/>
        <a:lstStyle/>
        <a:p>
          <a:endParaRPr lang="en-US"/>
        </a:p>
      </dgm:t>
    </dgm:pt>
    <dgm:pt modelId="{4A072209-9B99-431C-99FC-AE8EB18FECDE}">
      <dgm:prSet/>
      <dgm:spPr/>
      <dgm:t>
        <a:bodyPr/>
        <a:lstStyle/>
        <a:p>
          <a:r>
            <a:rPr lang="en-US" dirty="0"/>
            <a:t>Centralized system</a:t>
          </a:r>
        </a:p>
      </dgm:t>
    </dgm:pt>
    <dgm:pt modelId="{E1AAFDC2-D59D-40F2-A563-80398E7D9A07}" type="parTrans" cxnId="{D53F7C9E-E990-477A-8B30-7EDA2E10D3D7}">
      <dgm:prSet/>
      <dgm:spPr/>
      <dgm:t>
        <a:bodyPr/>
        <a:lstStyle/>
        <a:p>
          <a:endParaRPr lang="en-US"/>
        </a:p>
      </dgm:t>
    </dgm:pt>
    <dgm:pt modelId="{AB91C702-182F-4B90-9052-D76DB45F2080}" type="sibTrans" cxnId="{D53F7C9E-E990-477A-8B30-7EDA2E10D3D7}">
      <dgm:prSet/>
      <dgm:spPr/>
      <dgm:t>
        <a:bodyPr/>
        <a:lstStyle/>
        <a:p>
          <a:endParaRPr lang="en-US"/>
        </a:p>
      </dgm:t>
    </dgm:pt>
    <dgm:pt modelId="{5A981A94-9A20-4FF2-BAF4-4B11E0B095C7}">
      <dgm:prSet/>
      <dgm:spPr/>
      <dgm:t>
        <a:bodyPr/>
        <a:lstStyle/>
        <a:p>
          <a:r>
            <a:rPr lang="en-US"/>
            <a:t>OOP-based design</a:t>
          </a:r>
        </a:p>
      </dgm:t>
    </dgm:pt>
    <dgm:pt modelId="{353D640E-370F-40D1-814D-26E6EFDC9962}" type="parTrans" cxnId="{17B9FC8A-C336-49E6-B05C-A352E9328533}">
      <dgm:prSet/>
      <dgm:spPr/>
      <dgm:t>
        <a:bodyPr/>
        <a:lstStyle/>
        <a:p>
          <a:endParaRPr lang="en-US"/>
        </a:p>
      </dgm:t>
    </dgm:pt>
    <dgm:pt modelId="{0D23ABCB-FD36-4B8A-BC41-6715EEE8E27A}" type="sibTrans" cxnId="{17B9FC8A-C336-49E6-B05C-A352E9328533}">
      <dgm:prSet/>
      <dgm:spPr/>
      <dgm:t>
        <a:bodyPr/>
        <a:lstStyle/>
        <a:p>
          <a:endParaRPr lang="en-US"/>
        </a:p>
      </dgm:t>
    </dgm:pt>
    <dgm:pt modelId="{A68DC973-BE9B-3A41-8B7D-0F1ACF36D0F1}" type="pres">
      <dgm:prSet presAssocID="{B480208A-F7F8-47E8-8220-1077C0AA88EA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EF5F1D88-8EF7-5B4B-8717-410A361DF4FA}" type="pres">
      <dgm:prSet presAssocID="{64EDF1A5-C7E2-48B2-9F43-14997E8C34B7}" presName="hierRoot1" presStyleCnt="0"/>
      <dgm:spPr/>
    </dgm:pt>
    <dgm:pt modelId="{9FAB1096-5F55-1343-B8AB-EAA1CA1B3FF9}" type="pres">
      <dgm:prSet presAssocID="{64EDF1A5-C7E2-48B2-9F43-14997E8C34B7}" presName="composite" presStyleCnt="0"/>
      <dgm:spPr/>
    </dgm:pt>
    <dgm:pt modelId="{2CD6A590-0918-0043-9FFD-E6920FC8537F}" type="pres">
      <dgm:prSet presAssocID="{64EDF1A5-C7E2-48B2-9F43-14997E8C34B7}" presName="background" presStyleLbl="node0" presStyleIdx="0" presStyleCnt="4"/>
      <dgm:spPr/>
    </dgm:pt>
    <dgm:pt modelId="{CD41E67C-52A6-034E-BF4C-079159F5E9F6}" type="pres">
      <dgm:prSet presAssocID="{64EDF1A5-C7E2-48B2-9F43-14997E8C34B7}" presName="text" presStyleLbl="fgAcc0" presStyleIdx="0" presStyleCnt="4">
        <dgm:presLayoutVars>
          <dgm:chPref val="3"/>
        </dgm:presLayoutVars>
      </dgm:prSet>
      <dgm:spPr/>
    </dgm:pt>
    <dgm:pt modelId="{3F79D217-F361-DB4B-87A2-F65FF9FF7571}" type="pres">
      <dgm:prSet presAssocID="{64EDF1A5-C7E2-48B2-9F43-14997E8C34B7}" presName="hierChild2" presStyleCnt="0"/>
      <dgm:spPr/>
    </dgm:pt>
    <dgm:pt modelId="{A858F101-0626-5D42-B908-298243E7BBEE}" type="pres">
      <dgm:prSet presAssocID="{CBD935D0-69C1-49E7-9061-4880DF188DBA}" presName="hierRoot1" presStyleCnt="0"/>
      <dgm:spPr/>
    </dgm:pt>
    <dgm:pt modelId="{52C1E2F2-DD6C-474B-AE1F-A5576B568040}" type="pres">
      <dgm:prSet presAssocID="{CBD935D0-69C1-49E7-9061-4880DF188DBA}" presName="composite" presStyleCnt="0"/>
      <dgm:spPr/>
    </dgm:pt>
    <dgm:pt modelId="{87D5B17B-9447-2240-BA9C-C2F36D84358E}" type="pres">
      <dgm:prSet presAssocID="{CBD935D0-69C1-49E7-9061-4880DF188DBA}" presName="background" presStyleLbl="node0" presStyleIdx="1" presStyleCnt="4"/>
      <dgm:spPr/>
    </dgm:pt>
    <dgm:pt modelId="{CA4AB307-4C63-F142-AB2D-7130B12CAAF6}" type="pres">
      <dgm:prSet presAssocID="{CBD935D0-69C1-49E7-9061-4880DF188DBA}" presName="text" presStyleLbl="fgAcc0" presStyleIdx="1" presStyleCnt="4">
        <dgm:presLayoutVars>
          <dgm:chPref val="3"/>
        </dgm:presLayoutVars>
      </dgm:prSet>
      <dgm:spPr/>
    </dgm:pt>
    <dgm:pt modelId="{496DC6A5-C4E0-7A4D-B40C-C24BFF2BEFB4}" type="pres">
      <dgm:prSet presAssocID="{CBD935D0-69C1-49E7-9061-4880DF188DBA}" presName="hierChild2" presStyleCnt="0"/>
      <dgm:spPr/>
    </dgm:pt>
    <dgm:pt modelId="{150B1026-2861-1C45-A43C-6F7C1FCF4B0B}" type="pres">
      <dgm:prSet presAssocID="{4A072209-9B99-431C-99FC-AE8EB18FECDE}" presName="hierRoot1" presStyleCnt="0"/>
      <dgm:spPr/>
    </dgm:pt>
    <dgm:pt modelId="{2BB297CD-9324-AD4D-A7E2-AAA78316F4CC}" type="pres">
      <dgm:prSet presAssocID="{4A072209-9B99-431C-99FC-AE8EB18FECDE}" presName="composite" presStyleCnt="0"/>
      <dgm:spPr/>
    </dgm:pt>
    <dgm:pt modelId="{7668BF9F-D7B0-4F46-BCFF-306A09171309}" type="pres">
      <dgm:prSet presAssocID="{4A072209-9B99-431C-99FC-AE8EB18FECDE}" presName="background" presStyleLbl="node0" presStyleIdx="2" presStyleCnt="4"/>
      <dgm:spPr/>
    </dgm:pt>
    <dgm:pt modelId="{458A9062-73AF-6F42-82B3-B0E860A1977C}" type="pres">
      <dgm:prSet presAssocID="{4A072209-9B99-431C-99FC-AE8EB18FECDE}" presName="text" presStyleLbl="fgAcc0" presStyleIdx="2" presStyleCnt="4">
        <dgm:presLayoutVars>
          <dgm:chPref val="3"/>
        </dgm:presLayoutVars>
      </dgm:prSet>
      <dgm:spPr/>
    </dgm:pt>
    <dgm:pt modelId="{80EABA6D-2BBC-F141-B61C-8E988752E2F8}" type="pres">
      <dgm:prSet presAssocID="{4A072209-9B99-431C-99FC-AE8EB18FECDE}" presName="hierChild2" presStyleCnt="0"/>
      <dgm:spPr/>
    </dgm:pt>
    <dgm:pt modelId="{B36C6D6B-D4E3-A84E-8FE2-1B871371AA2B}" type="pres">
      <dgm:prSet presAssocID="{5A981A94-9A20-4FF2-BAF4-4B11E0B095C7}" presName="hierRoot1" presStyleCnt="0"/>
      <dgm:spPr/>
    </dgm:pt>
    <dgm:pt modelId="{66B821C9-849E-794A-ADBF-96FB3421D2E2}" type="pres">
      <dgm:prSet presAssocID="{5A981A94-9A20-4FF2-BAF4-4B11E0B095C7}" presName="composite" presStyleCnt="0"/>
      <dgm:spPr/>
    </dgm:pt>
    <dgm:pt modelId="{FB2EF2E0-1416-D947-95CF-5C8EA1B32753}" type="pres">
      <dgm:prSet presAssocID="{5A981A94-9A20-4FF2-BAF4-4B11E0B095C7}" presName="background" presStyleLbl="node0" presStyleIdx="3" presStyleCnt="4"/>
      <dgm:spPr/>
    </dgm:pt>
    <dgm:pt modelId="{FFADF326-B1C1-3C48-A75F-61E06A0756CC}" type="pres">
      <dgm:prSet presAssocID="{5A981A94-9A20-4FF2-BAF4-4B11E0B095C7}" presName="text" presStyleLbl="fgAcc0" presStyleIdx="3" presStyleCnt="4">
        <dgm:presLayoutVars>
          <dgm:chPref val="3"/>
        </dgm:presLayoutVars>
      </dgm:prSet>
      <dgm:spPr/>
    </dgm:pt>
    <dgm:pt modelId="{64996615-6A45-914E-BE35-D9B08D555862}" type="pres">
      <dgm:prSet presAssocID="{5A981A94-9A20-4FF2-BAF4-4B11E0B095C7}" presName="hierChild2" presStyleCnt="0"/>
      <dgm:spPr/>
    </dgm:pt>
  </dgm:ptLst>
  <dgm:cxnLst>
    <dgm:cxn modelId="{1190A71C-4BC5-4FCC-9847-6B2875EAD712}" srcId="{B480208A-F7F8-47E8-8220-1077C0AA88EA}" destId="{64EDF1A5-C7E2-48B2-9F43-14997E8C34B7}" srcOrd="0" destOrd="0" parTransId="{D47A5D23-B802-47AA-8ABF-D64BEBCDA404}" sibTransId="{7C9273D8-BFAD-4458-9953-3AEE7B687B6E}"/>
    <dgm:cxn modelId="{56748566-0454-554E-A391-4AA301DEC668}" type="presOf" srcId="{4A072209-9B99-431C-99FC-AE8EB18FECDE}" destId="{458A9062-73AF-6F42-82B3-B0E860A1977C}" srcOrd="0" destOrd="0" presId="urn:microsoft.com/office/officeart/2005/8/layout/hierarchy1"/>
    <dgm:cxn modelId="{42873C89-A8AA-0744-B810-42D69A15E729}" type="presOf" srcId="{5A981A94-9A20-4FF2-BAF4-4B11E0B095C7}" destId="{FFADF326-B1C1-3C48-A75F-61E06A0756CC}" srcOrd="0" destOrd="0" presId="urn:microsoft.com/office/officeart/2005/8/layout/hierarchy1"/>
    <dgm:cxn modelId="{17B9FC8A-C336-49E6-B05C-A352E9328533}" srcId="{B480208A-F7F8-47E8-8220-1077C0AA88EA}" destId="{5A981A94-9A20-4FF2-BAF4-4B11E0B095C7}" srcOrd="3" destOrd="0" parTransId="{353D640E-370F-40D1-814D-26E6EFDC9962}" sibTransId="{0D23ABCB-FD36-4B8A-BC41-6715EEE8E27A}"/>
    <dgm:cxn modelId="{0EFAB899-EC1F-4D41-8A3A-66FF64B4B2A1}" type="presOf" srcId="{64EDF1A5-C7E2-48B2-9F43-14997E8C34B7}" destId="{CD41E67C-52A6-034E-BF4C-079159F5E9F6}" srcOrd="0" destOrd="0" presId="urn:microsoft.com/office/officeart/2005/8/layout/hierarchy1"/>
    <dgm:cxn modelId="{D53F7C9E-E990-477A-8B30-7EDA2E10D3D7}" srcId="{B480208A-F7F8-47E8-8220-1077C0AA88EA}" destId="{4A072209-9B99-431C-99FC-AE8EB18FECDE}" srcOrd="2" destOrd="0" parTransId="{E1AAFDC2-D59D-40F2-A563-80398E7D9A07}" sibTransId="{AB91C702-182F-4B90-9052-D76DB45F2080}"/>
    <dgm:cxn modelId="{33BAB1DD-E913-6949-9AE7-3D3C0168120F}" type="presOf" srcId="{B480208A-F7F8-47E8-8220-1077C0AA88EA}" destId="{A68DC973-BE9B-3A41-8B7D-0F1ACF36D0F1}" srcOrd="0" destOrd="0" presId="urn:microsoft.com/office/officeart/2005/8/layout/hierarchy1"/>
    <dgm:cxn modelId="{6C381AF0-AAB4-4C4E-A234-BC211514C0AD}" srcId="{B480208A-F7F8-47E8-8220-1077C0AA88EA}" destId="{CBD935D0-69C1-49E7-9061-4880DF188DBA}" srcOrd="1" destOrd="0" parTransId="{C756A09E-9E79-4EC6-8F78-83EFC5E5BE4B}" sibTransId="{0815111E-D5C4-4B25-8A6A-65BEEDB2A403}"/>
    <dgm:cxn modelId="{31E613F6-605F-5348-8456-A00A784D204E}" type="presOf" srcId="{CBD935D0-69C1-49E7-9061-4880DF188DBA}" destId="{CA4AB307-4C63-F142-AB2D-7130B12CAAF6}" srcOrd="0" destOrd="0" presId="urn:microsoft.com/office/officeart/2005/8/layout/hierarchy1"/>
    <dgm:cxn modelId="{9019F219-BDD4-8F4B-8328-12292C57AFA4}" type="presParOf" srcId="{A68DC973-BE9B-3A41-8B7D-0F1ACF36D0F1}" destId="{EF5F1D88-8EF7-5B4B-8717-410A361DF4FA}" srcOrd="0" destOrd="0" presId="urn:microsoft.com/office/officeart/2005/8/layout/hierarchy1"/>
    <dgm:cxn modelId="{CD6FF417-13B5-CD47-B120-538D9E749CCA}" type="presParOf" srcId="{EF5F1D88-8EF7-5B4B-8717-410A361DF4FA}" destId="{9FAB1096-5F55-1343-B8AB-EAA1CA1B3FF9}" srcOrd="0" destOrd="0" presId="urn:microsoft.com/office/officeart/2005/8/layout/hierarchy1"/>
    <dgm:cxn modelId="{938B11F8-71C0-4F49-B129-2B9DC320E152}" type="presParOf" srcId="{9FAB1096-5F55-1343-B8AB-EAA1CA1B3FF9}" destId="{2CD6A590-0918-0043-9FFD-E6920FC8537F}" srcOrd="0" destOrd="0" presId="urn:microsoft.com/office/officeart/2005/8/layout/hierarchy1"/>
    <dgm:cxn modelId="{BB12CBC3-4F19-A447-8B66-BAADCE23BD74}" type="presParOf" srcId="{9FAB1096-5F55-1343-B8AB-EAA1CA1B3FF9}" destId="{CD41E67C-52A6-034E-BF4C-079159F5E9F6}" srcOrd="1" destOrd="0" presId="urn:microsoft.com/office/officeart/2005/8/layout/hierarchy1"/>
    <dgm:cxn modelId="{E15ED5B4-8945-014F-BB88-D3A11E8C0947}" type="presParOf" srcId="{EF5F1D88-8EF7-5B4B-8717-410A361DF4FA}" destId="{3F79D217-F361-DB4B-87A2-F65FF9FF7571}" srcOrd="1" destOrd="0" presId="urn:microsoft.com/office/officeart/2005/8/layout/hierarchy1"/>
    <dgm:cxn modelId="{E6B98A14-6D40-EE4A-BCF4-CC26268AAC72}" type="presParOf" srcId="{A68DC973-BE9B-3A41-8B7D-0F1ACF36D0F1}" destId="{A858F101-0626-5D42-B908-298243E7BBEE}" srcOrd="1" destOrd="0" presId="urn:microsoft.com/office/officeart/2005/8/layout/hierarchy1"/>
    <dgm:cxn modelId="{9BBCFFC0-AF04-3B43-80E6-8D79B2DCA64A}" type="presParOf" srcId="{A858F101-0626-5D42-B908-298243E7BBEE}" destId="{52C1E2F2-DD6C-474B-AE1F-A5576B568040}" srcOrd="0" destOrd="0" presId="urn:microsoft.com/office/officeart/2005/8/layout/hierarchy1"/>
    <dgm:cxn modelId="{4838A5EC-C5ED-EF4E-A80E-DE94097405B2}" type="presParOf" srcId="{52C1E2F2-DD6C-474B-AE1F-A5576B568040}" destId="{87D5B17B-9447-2240-BA9C-C2F36D84358E}" srcOrd="0" destOrd="0" presId="urn:microsoft.com/office/officeart/2005/8/layout/hierarchy1"/>
    <dgm:cxn modelId="{6828ED75-7314-3549-97DF-67CA124F58F7}" type="presParOf" srcId="{52C1E2F2-DD6C-474B-AE1F-A5576B568040}" destId="{CA4AB307-4C63-F142-AB2D-7130B12CAAF6}" srcOrd="1" destOrd="0" presId="urn:microsoft.com/office/officeart/2005/8/layout/hierarchy1"/>
    <dgm:cxn modelId="{2D167710-9DF0-7E4D-BE98-7EC5239246FC}" type="presParOf" srcId="{A858F101-0626-5D42-B908-298243E7BBEE}" destId="{496DC6A5-C4E0-7A4D-B40C-C24BFF2BEFB4}" srcOrd="1" destOrd="0" presId="urn:microsoft.com/office/officeart/2005/8/layout/hierarchy1"/>
    <dgm:cxn modelId="{AE89E901-2DAA-7845-A077-225F2B8B5F1B}" type="presParOf" srcId="{A68DC973-BE9B-3A41-8B7D-0F1ACF36D0F1}" destId="{150B1026-2861-1C45-A43C-6F7C1FCF4B0B}" srcOrd="2" destOrd="0" presId="urn:microsoft.com/office/officeart/2005/8/layout/hierarchy1"/>
    <dgm:cxn modelId="{BEB0766B-C1FC-0743-9708-4C5683F7FC22}" type="presParOf" srcId="{150B1026-2861-1C45-A43C-6F7C1FCF4B0B}" destId="{2BB297CD-9324-AD4D-A7E2-AAA78316F4CC}" srcOrd="0" destOrd="0" presId="urn:microsoft.com/office/officeart/2005/8/layout/hierarchy1"/>
    <dgm:cxn modelId="{E6F30DCA-E935-C142-BDAA-188B97453C78}" type="presParOf" srcId="{2BB297CD-9324-AD4D-A7E2-AAA78316F4CC}" destId="{7668BF9F-D7B0-4F46-BCFF-306A09171309}" srcOrd="0" destOrd="0" presId="urn:microsoft.com/office/officeart/2005/8/layout/hierarchy1"/>
    <dgm:cxn modelId="{C2E3CE13-2472-A54D-983C-EB68268B8573}" type="presParOf" srcId="{2BB297CD-9324-AD4D-A7E2-AAA78316F4CC}" destId="{458A9062-73AF-6F42-82B3-B0E860A1977C}" srcOrd="1" destOrd="0" presId="urn:microsoft.com/office/officeart/2005/8/layout/hierarchy1"/>
    <dgm:cxn modelId="{E7BA26EB-1C52-B643-99D6-083A4BCFF22C}" type="presParOf" srcId="{150B1026-2861-1C45-A43C-6F7C1FCF4B0B}" destId="{80EABA6D-2BBC-F141-B61C-8E988752E2F8}" srcOrd="1" destOrd="0" presId="urn:microsoft.com/office/officeart/2005/8/layout/hierarchy1"/>
    <dgm:cxn modelId="{98CDC2B6-A1C4-4741-9ABD-7BC8FE2EC423}" type="presParOf" srcId="{A68DC973-BE9B-3A41-8B7D-0F1ACF36D0F1}" destId="{B36C6D6B-D4E3-A84E-8FE2-1B871371AA2B}" srcOrd="3" destOrd="0" presId="urn:microsoft.com/office/officeart/2005/8/layout/hierarchy1"/>
    <dgm:cxn modelId="{7D962C7C-B55C-EC41-A7F2-022B11D77FEE}" type="presParOf" srcId="{B36C6D6B-D4E3-A84E-8FE2-1B871371AA2B}" destId="{66B821C9-849E-794A-ADBF-96FB3421D2E2}" srcOrd="0" destOrd="0" presId="urn:microsoft.com/office/officeart/2005/8/layout/hierarchy1"/>
    <dgm:cxn modelId="{B6CCB8AA-3A2E-A44B-BC9E-41B43572F8A4}" type="presParOf" srcId="{66B821C9-849E-794A-ADBF-96FB3421D2E2}" destId="{FB2EF2E0-1416-D947-95CF-5C8EA1B32753}" srcOrd="0" destOrd="0" presId="urn:microsoft.com/office/officeart/2005/8/layout/hierarchy1"/>
    <dgm:cxn modelId="{E69A7F03-B74D-F545-97DC-86EF56F4B752}" type="presParOf" srcId="{66B821C9-849E-794A-ADBF-96FB3421D2E2}" destId="{FFADF326-B1C1-3C48-A75F-61E06A0756CC}" srcOrd="1" destOrd="0" presId="urn:microsoft.com/office/officeart/2005/8/layout/hierarchy1"/>
    <dgm:cxn modelId="{B77A4EE6-E40F-EF44-89AF-D51D7EC8EAF6}" type="presParOf" srcId="{B36C6D6B-D4E3-A84E-8FE2-1B871371AA2B}" destId="{64996615-6A45-914E-BE35-D9B08D555862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3FF940F-CD40-4547-86F4-CD1936E20EF8}">
      <dsp:nvSpPr>
        <dsp:cNvPr id="0" name=""/>
        <dsp:cNvSpPr/>
      </dsp:nvSpPr>
      <dsp:spPr>
        <a:xfrm>
          <a:off x="0" y="611"/>
          <a:ext cx="7306056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39D633F-C093-444F-9962-AD471949D8CC}">
      <dsp:nvSpPr>
        <dsp:cNvPr id="0" name=""/>
        <dsp:cNvSpPr/>
      </dsp:nvSpPr>
      <dsp:spPr>
        <a:xfrm>
          <a:off x="0" y="611"/>
          <a:ext cx="7306056" cy="10019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Air New Zealand is one of the biggest aviation industry in the Asia-Pacific and also the national airline in New Zealand</a:t>
          </a:r>
        </a:p>
      </dsp:txBody>
      <dsp:txXfrm>
        <a:off x="0" y="611"/>
        <a:ext cx="7306056" cy="1001937"/>
      </dsp:txXfrm>
    </dsp:sp>
    <dsp:sp modelId="{B5300110-13F7-3C4F-974D-436D07334189}">
      <dsp:nvSpPr>
        <dsp:cNvPr id="0" name=""/>
        <dsp:cNvSpPr/>
      </dsp:nvSpPr>
      <dsp:spPr>
        <a:xfrm>
          <a:off x="0" y="1002549"/>
          <a:ext cx="7306056" cy="0"/>
        </a:xfrm>
        <a:prstGeom prst="line">
          <a:avLst/>
        </a:prstGeom>
        <a:solidFill>
          <a:schemeClr val="accent2">
            <a:hueOff val="-2592252"/>
            <a:satOff val="-5102"/>
            <a:lumOff val="3186"/>
            <a:alphaOff val="0"/>
          </a:schemeClr>
        </a:solidFill>
        <a:ln w="19050" cap="flat" cmpd="sng" algn="ctr">
          <a:solidFill>
            <a:schemeClr val="accent2">
              <a:hueOff val="-2592252"/>
              <a:satOff val="-5102"/>
              <a:lumOff val="318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3F2E18-9879-DB4D-9257-5D475DAA984D}">
      <dsp:nvSpPr>
        <dsp:cNvPr id="0" name=""/>
        <dsp:cNvSpPr/>
      </dsp:nvSpPr>
      <dsp:spPr>
        <a:xfrm>
          <a:off x="0" y="1002549"/>
          <a:ext cx="7306056" cy="10019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Employs 11,700 people globally.</a:t>
          </a:r>
        </a:p>
      </dsp:txBody>
      <dsp:txXfrm>
        <a:off x="0" y="1002549"/>
        <a:ext cx="7306056" cy="1001937"/>
      </dsp:txXfrm>
    </dsp:sp>
    <dsp:sp modelId="{97BBBF95-0968-894E-9972-FF6C4776E71F}">
      <dsp:nvSpPr>
        <dsp:cNvPr id="0" name=""/>
        <dsp:cNvSpPr/>
      </dsp:nvSpPr>
      <dsp:spPr>
        <a:xfrm>
          <a:off x="0" y="2004487"/>
          <a:ext cx="7306056" cy="0"/>
        </a:xfrm>
        <a:prstGeom prst="line">
          <a:avLst/>
        </a:prstGeom>
        <a:solidFill>
          <a:schemeClr val="accent2">
            <a:hueOff val="-5184504"/>
            <a:satOff val="-10204"/>
            <a:lumOff val="6372"/>
            <a:alphaOff val="0"/>
          </a:schemeClr>
        </a:solidFill>
        <a:ln w="19050" cap="flat" cmpd="sng" algn="ctr">
          <a:solidFill>
            <a:schemeClr val="accent2">
              <a:hueOff val="-5184504"/>
              <a:satOff val="-10204"/>
              <a:lumOff val="637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4C1309-A74F-5540-92D8-D1E42AEA3F61}">
      <dsp:nvSpPr>
        <dsp:cNvPr id="0" name=""/>
        <dsp:cNvSpPr/>
      </dsp:nvSpPr>
      <dsp:spPr>
        <a:xfrm>
          <a:off x="0" y="2004487"/>
          <a:ext cx="7306056" cy="10019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It provides both domestic and international flight services.</a:t>
          </a:r>
        </a:p>
      </dsp:txBody>
      <dsp:txXfrm>
        <a:off x="0" y="2004487"/>
        <a:ext cx="7306056" cy="1001937"/>
      </dsp:txXfrm>
    </dsp:sp>
    <dsp:sp modelId="{1A61FF4F-E513-4E46-A944-909149F7C159}">
      <dsp:nvSpPr>
        <dsp:cNvPr id="0" name=""/>
        <dsp:cNvSpPr/>
      </dsp:nvSpPr>
      <dsp:spPr>
        <a:xfrm>
          <a:off x="0" y="3006424"/>
          <a:ext cx="7306056" cy="0"/>
        </a:xfrm>
        <a:prstGeom prst="line">
          <a:avLst/>
        </a:prstGeom>
        <a:solidFill>
          <a:schemeClr val="accent2">
            <a:hueOff val="-7776756"/>
            <a:satOff val="-15306"/>
            <a:lumOff val="9559"/>
            <a:alphaOff val="0"/>
          </a:schemeClr>
        </a:solidFill>
        <a:ln w="19050" cap="flat" cmpd="sng" algn="ctr">
          <a:solidFill>
            <a:schemeClr val="accent2">
              <a:hueOff val="-7776756"/>
              <a:satOff val="-15306"/>
              <a:lumOff val="955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CC34156-C2DC-6F44-8257-10543D49ADB4}">
      <dsp:nvSpPr>
        <dsp:cNvPr id="0" name=""/>
        <dsp:cNvSpPr/>
      </dsp:nvSpPr>
      <dsp:spPr>
        <a:xfrm>
          <a:off x="0" y="3006424"/>
          <a:ext cx="7306056" cy="10019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Handles large volume of daily operations, including flight scheduling, passenger’s booking, and customer service management.</a:t>
          </a:r>
        </a:p>
      </dsp:txBody>
      <dsp:txXfrm>
        <a:off x="0" y="3006424"/>
        <a:ext cx="7306056" cy="1001937"/>
      </dsp:txXfrm>
    </dsp:sp>
    <dsp:sp modelId="{D6D6F1B9-9401-0543-9A77-F3E1BED27CB3}">
      <dsp:nvSpPr>
        <dsp:cNvPr id="0" name=""/>
        <dsp:cNvSpPr/>
      </dsp:nvSpPr>
      <dsp:spPr>
        <a:xfrm>
          <a:off x="0" y="4008362"/>
          <a:ext cx="7306056" cy="0"/>
        </a:xfrm>
        <a:prstGeom prst="line">
          <a:avLst/>
        </a:prstGeom>
        <a:solidFill>
          <a:schemeClr val="accent2">
            <a:hueOff val="-10369007"/>
            <a:satOff val="-20408"/>
            <a:lumOff val="12745"/>
            <a:alphaOff val="0"/>
          </a:schemeClr>
        </a:solidFill>
        <a:ln w="19050" cap="flat" cmpd="sng" algn="ctr">
          <a:solidFill>
            <a:schemeClr val="accent2">
              <a:hueOff val="-10369007"/>
              <a:satOff val="-20408"/>
              <a:lumOff val="1274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CC497F-FCD5-334E-B4BC-0C2A9FFCF6FB}">
      <dsp:nvSpPr>
        <dsp:cNvPr id="0" name=""/>
        <dsp:cNvSpPr/>
      </dsp:nvSpPr>
      <dsp:spPr>
        <a:xfrm>
          <a:off x="0" y="4008362"/>
          <a:ext cx="7306056" cy="10019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The airline heavily relies on digital systems to manage flight, bookings, and customer interactions.</a:t>
          </a:r>
        </a:p>
      </dsp:txBody>
      <dsp:txXfrm>
        <a:off x="0" y="4008362"/>
        <a:ext cx="7306056" cy="100193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4415D55-3810-4F81-9B76-3260F479C126}">
      <dsp:nvSpPr>
        <dsp:cNvPr id="0" name=""/>
        <dsp:cNvSpPr/>
      </dsp:nvSpPr>
      <dsp:spPr>
        <a:xfrm>
          <a:off x="447442" y="1072290"/>
          <a:ext cx="730107" cy="73010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5393A72-BD12-4616-9884-1DED0D3FC298}">
      <dsp:nvSpPr>
        <dsp:cNvPr id="0" name=""/>
        <dsp:cNvSpPr/>
      </dsp:nvSpPr>
      <dsp:spPr>
        <a:xfrm>
          <a:off x="1265" y="2045863"/>
          <a:ext cx="1622460" cy="6489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Disconnected Systems </a:t>
          </a:r>
        </a:p>
      </dsp:txBody>
      <dsp:txXfrm>
        <a:off x="1265" y="2045863"/>
        <a:ext cx="1622460" cy="648984"/>
      </dsp:txXfrm>
    </dsp:sp>
    <dsp:sp modelId="{365D5548-0AE6-4A72-B9AA-04AC0FB8A2EB}">
      <dsp:nvSpPr>
        <dsp:cNvPr id="0" name=""/>
        <dsp:cNvSpPr/>
      </dsp:nvSpPr>
      <dsp:spPr>
        <a:xfrm>
          <a:off x="2353833" y="1072290"/>
          <a:ext cx="730107" cy="73010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A10299-5260-469B-94C0-2DF947FDD7DE}">
      <dsp:nvSpPr>
        <dsp:cNvPr id="0" name=""/>
        <dsp:cNvSpPr/>
      </dsp:nvSpPr>
      <dsp:spPr>
        <a:xfrm>
          <a:off x="1907657" y="2045863"/>
          <a:ext cx="1622460" cy="6489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Manual Processes</a:t>
          </a:r>
        </a:p>
      </dsp:txBody>
      <dsp:txXfrm>
        <a:off x="1907657" y="2045863"/>
        <a:ext cx="1622460" cy="648984"/>
      </dsp:txXfrm>
    </dsp:sp>
    <dsp:sp modelId="{81FDDEBC-471E-4549-9159-43A55DE32E57}">
      <dsp:nvSpPr>
        <dsp:cNvPr id="0" name=""/>
        <dsp:cNvSpPr/>
      </dsp:nvSpPr>
      <dsp:spPr>
        <a:xfrm>
          <a:off x="4260225" y="1072290"/>
          <a:ext cx="730107" cy="73010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EBBA22-1798-42EC-92DC-81E8434F07DA}">
      <dsp:nvSpPr>
        <dsp:cNvPr id="0" name=""/>
        <dsp:cNvSpPr/>
      </dsp:nvSpPr>
      <dsp:spPr>
        <a:xfrm>
          <a:off x="3814048" y="2045863"/>
          <a:ext cx="1622460" cy="6489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No real-time updates </a:t>
          </a:r>
        </a:p>
      </dsp:txBody>
      <dsp:txXfrm>
        <a:off x="3814048" y="2045863"/>
        <a:ext cx="1622460" cy="648984"/>
      </dsp:txXfrm>
    </dsp:sp>
    <dsp:sp modelId="{C8E69CE0-404F-4237-9F73-A6A785569E25}">
      <dsp:nvSpPr>
        <dsp:cNvPr id="0" name=""/>
        <dsp:cNvSpPr/>
      </dsp:nvSpPr>
      <dsp:spPr>
        <a:xfrm>
          <a:off x="6166617" y="1072290"/>
          <a:ext cx="730107" cy="73010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D2F8132-7194-4717-820D-346EDDCEB5BA}">
      <dsp:nvSpPr>
        <dsp:cNvPr id="0" name=""/>
        <dsp:cNvSpPr/>
      </dsp:nvSpPr>
      <dsp:spPr>
        <a:xfrm>
          <a:off x="5720440" y="2045863"/>
          <a:ext cx="1622460" cy="6489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Data inconsistency </a:t>
          </a:r>
        </a:p>
      </dsp:txBody>
      <dsp:txXfrm>
        <a:off x="5720440" y="2045863"/>
        <a:ext cx="1622460" cy="648984"/>
      </dsp:txXfrm>
    </dsp:sp>
    <dsp:sp modelId="{65B44F7C-513B-4487-8959-D555C9A1644E}">
      <dsp:nvSpPr>
        <dsp:cNvPr id="0" name=""/>
        <dsp:cNvSpPr/>
      </dsp:nvSpPr>
      <dsp:spPr>
        <a:xfrm>
          <a:off x="8073008" y="1072290"/>
          <a:ext cx="730107" cy="73010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2DFA24-7AE7-4B1F-9EE5-58AF4B9ED3BD}">
      <dsp:nvSpPr>
        <dsp:cNvPr id="0" name=""/>
        <dsp:cNvSpPr/>
      </dsp:nvSpPr>
      <dsp:spPr>
        <a:xfrm>
          <a:off x="7626831" y="2045863"/>
          <a:ext cx="1622460" cy="6489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Poor coordination</a:t>
          </a:r>
        </a:p>
      </dsp:txBody>
      <dsp:txXfrm>
        <a:off x="7626831" y="2045863"/>
        <a:ext cx="1622460" cy="648984"/>
      </dsp:txXfrm>
    </dsp:sp>
    <dsp:sp modelId="{D76BCB36-E74F-42AF-8A1C-BB54350FBE83}">
      <dsp:nvSpPr>
        <dsp:cNvPr id="0" name=""/>
        <dsp:cNvSpPr/>
      </dsp:nvSpPr>
      <dsp:spPr>
        <a:xfrm>
          <a:off x="9979400" y="1072290"/>
          <a:ext cx="730107" cy="73010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006D255-4253-4C29-9886-0C6D113DB99D}">
      <dsp:nvSpPr>
        <dsp:cNvPr id="0" name=""/>
        <dsp:cNvSpPr/>
      </dsp:nvSpPr>
      <dsp:spPr>
        <a:xfrm>
          <a:off x="9533223" y="2045863"/>
          <a:ext cx="1622460" cy="6489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Weak customer experience</a:t>
          </a:r>
        </a:p>
      </dsp:txBody>
      <dsp:txXfrm>
        <a:off x="9533223" y="2045863"/>
        <a:ext cx="1622460" cy="64898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CD6A590-0918-0043-9FFD-E6920FC8537F}">
      <dsp:nvSpPr>
        <dsp:cNvPr id="0" name=""/>
        <dsp:cNvSpPr/>
      </dsp:nvSpPr>
      <dsp:spPr>
        <a:xfrm>
          <a:off x="3268" y="1019412"/>
          <a:ext cx="2333807" cy="148196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D41E67C-52A6-034E-BF4C-079159F5E9F6}">
      <dsp:nvSpPr>
        <dsp:cNvPr id="0" name=""/>
        <dsp:cNvSpPr/>
      </dsp:nvSpPr>
      <dsp:spPr>
        <a:xfrm>
          <a:off x="262580" y="1265758"/>
          <a:ext cx="2333807" cy="148196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Layered Architecture</a:t>
          </a:r>
        </a:p>
      </dsp:txBody>
      <dsp:txXfrm>
        <a:off x="305985" y="1309163"/>
        <a:ext cx="2246997" cy="1395157"/>
      </dsp:txXfrm>
    </dsp:sp>
    <dsp:sp modelId="{87D5B17B-9447-2240-BA9C-C2F36D84358E}">
      <dsp:nvSpPr>
        <dsp:cNvPr id="0" name=""/>
        <dsp:cNvSpPr/>
      </dsp:nvSpPr>
      <dsp:spPr>
        <a:xfrm>
          <a:off x="2855699" y="1019412"/>
          <a:ext cx="2333807" cy="148196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4AB307-4C63-F142-AB2D-7130B12CAAF6}">
      <dsp:nvSpPr>
        <dsp:cNvPr id="0" name=""/>
        <dsp:cNvSpPr/>
      </dsp:nvSpPr>
      <dsp:spPr>
        <a:xfrm>
          <a:off x="3115011" y="1265758"/>
          <a:ext cx="2333807" cy="148196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Role-based access </a:t>
          </a:r>
        </a:p>
      </dsp:txBody>
      <dsp:txXfrm>
        <a:off x="3158416" y="1309163"/>
        <a:ext cx="2246997" cy="1395157"/>
      </dsp:txXfrm>
    </dsp:sp>
    <dsp:sp modelId="{7668BF9F-D7B0-4F46-BCFF-306A09171309}">
      <dsp:nvSpPr>
        <dsp:cNvPr id="0" name=""/>
        <dsp:cNvSpPr/>
      </dsp:nvSpPr>
      <dsp:spPr>
        <a:xfrm>
          <a:off x="5708130" y="1019412"/>
          <a:ext cx="2333807" cy="148196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58A9062-73AF-6F42-82B3-B0E860A1977C}">
      <dsp:nvSpPr>
        <dsp:cNvPr id="0" name=""/>
        <dsp:cNvSpPr/>
      </dsp:nvSpPr>
      <dsp:spPr>
        <a:xfrm>
          <a:off x="5967442" y="1265758"/>
          <a:ext cx="2333807" cy="148196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Centralized system</a:t>
          </a:r>
        </a:p>
      </dsp:txBody>
      <dsp:txXfrm>
        <a:off x="6010847" y="1309163"/>
        <a:ext cx="2246997" cy="1395157"/>
      </dsp:txXfrm>
    </dsp:sp>
    <dsp:sp modelId="{FB2EF2E0-1416-D947-95CF-5C8EA1B32753}">
      <dsp:nvSpPr>
        <dsp:cNvPr id="0" name=""/>
        <dsp:cNvSpPr/>
      </dsp:nvSpPr>
      <dsp:spPr>
        <a:xfrm>
          <a:off x="8560562" y="1019412"/>
          <a:ext cx="2333807" cy="148196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FADF326-B1C1-3C48-A75F-61E06A0756CC}">
      <dsp:nvSpPr>
        <dsp:cNvPr id="0" name=""/>
        <dsp:cNvSpPr/>
      </dsp:nvSpPr>
      <dsp:spPr>
        <a:xfrm>
          <a:off x="8819874" y="1265758"/>
          <a:ext cx="2333807" cy="148196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OOP-based design</a:t>
          </a:r>
        </a:p>
      </dsp:txBody>
      <dsp:txXfrm>
        <a:off x="8863279" y="1309163"/>
        <a:ext cx="2246997" cy="139515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A4E4F3-A2B9-4579-AB69-941DDD329CB0}" type="datetimeFigureOut">
              <a:rPr lang="en-US" smtClean="0"/>
              <a:t>4/23/26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8BB5DA-648A-49CD-AB20-0ACE114473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2232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8BB5DA-648A-49CD-AB20-0ACE1144733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6464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8BB5DA-648A-49CD-AB20-0ACE1144733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89143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Fragmented tools – uses multiple, non-integrated applications to manage different business operations.</a:t>
            </a:r>
          </a:p>
          <a:p>
            <a:r>
              <a:rPr lang="en-US" dirty="0"/>
              <a:t>Manual Processes – processes performed by staffs such as data entry, document handling, manual approvals which causes bottlenecks</a:t>
            </a:r>
          </a:p>
          <a:p>
            <a:endParaRPr lang="en-US" dirty="0"/>
          </a:p>
          <a:p>
            <a:r>
              <a:rPr lang="en-US" dirty="0"/>
              <a:t>Because of this current system it leads to next slide. . 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8BB5DA-648A-49CD-AB20-0ACE1144733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06565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system faces these several challenges</a:t>
            </a:r>
          </a:p>
          <a:p>
            <a:endParaRPr lang="en-US" dirty="0"/>
          </a:p>
          <a:p>
            <a:r>
              <a:rPr lang="en-US" dirty="0"/>
              <a:t>Disconnected systems – results to scattered data</a:t>
            </a:r>
          </a:p>
          <a:p>
            <a:r>
              <a:rPr lang="en-US" dirty="0"/>
              <a:t>Manual processes – leads to error and consumes a lot of time.</a:t>
            </a:r>
          </a:p>
          <a:p>
            <a:r>
              <a:rPr lang="en-US" dirty="0"/>
              <a:t>No real-time updates – lack of accuracy</a:t>
            </a:r>
          </a:p>
          <a:p>
            <a:pPr marL="171450" indent="-171450">
              <a:buFont typeface="Wingdings" pitchFamily="2" charset="2"/>
              <a:buChar char="è"/>
            </a:pPr>
            <a:r>
              <a:rPr lang="en-US" dirty="0"/>
              <a:t>Leads to Data inconsistency &amp; Poor coordination </a:t>
            </a:r>
          </a:p>
          <a:p>
            <a:pPr marL="171450" indent="-171450">
              <a:buFont typeface="Wingdings" pitchFamily="2" charset="2"/>
              <a:buChar char="è"/>
            </a:pPr>
            <a:r>
              <a:rPr lang="en-US" dirty="0"/>
              <a:t>Affects customer experience </a:t>
            </a:r>
          </a:p>
          <a:p>
            <a:endParaRPr lang="en-US" dirty="0"/>
          </a:p>
          <a:p>
            <a:r>
              <a:rPr lang="en-US" dirty="0"/>
              <a:t>Because of these inefficiencies it causes negative effects in:</a:t>
            </a:r>
          </a:p>
          <a:p>
            <a:pPr marL="171450" indent="-171450">
              <a:buFont typeface="Wingdings" pitchFamily="2" charset="2"/>
              <a:buChar char="è"/>
            </a:pPr>
            <a:r>
              <a:rPr lang="en-US" dirty="0"/>
              <a:t>staff productivity, high workload, high chance of error, etc.</a:t>
            </a:r>
          </a:p>
          <a:p>
            <a:pPr marL="171450" indent="-171450">
              <a:buFont typeface="Wingdings" pitchFamily="2" charset="2"/>
              <a:buChar char="è"/>
            </a:pPr>
            <a:r>
              <a:rPr lang="en-US" dirty="0"/>
              <a:t>Customer satisfaction, poor service, loss of trust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8BB5DA-648A-49CD-AB20-0ACE1144733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89711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dirty="0"/>
              <a:t>Staff uses one centralized system means no more scattered data.</a:t>
            </a:r>
          </a:p>
          <a:p>
            <a:pPr marL="228600" indent="-228600">
              <a:buAutoNum type="arabicPeriod"/>
            </a:pPr>
            <a:r>
              <a:rPr lang="en-US" dirty="0"/>
              <a:t>No more manual updates such as booking status, seat count</a:t>
            </a:r>
          </a:p>
          <a:p>
            <a:pPr marL="228600" indent="-228600">
              <a:buAutoNum type="arabicPeriod"/>
            </a:pPr>
            <a:r>
              <a:rPr lang="en-US" dirty="0"/>
              <a:t>No more inaccuracy across staff and departments, also for customers.</a:t>
            </a:r>
          </a:p>
          <a:p>
            <a:pPr marL="228600" indent="-228600">
              <a:buAutoNum type="arabicPeriod"/>
            </a:pPr>
            <a:r>
              <a:rPr lang="en-US" dirty="0"/>
              <a:t>Means that all staff across different departments shares the same correct information.</a:t>
            </a:r>
          </a:p>
          <a:p>
            <a:pPr marL="228600" indent="-228600">
              <a:buAutoNum type="arabicPeriod"/>
            </a:pPr>
            <a:r>
              <a:rPr lang="en-US" dirty="0"/>
              <a:t>Customer satisfaction</a:t>
            </a:r>
          </a:p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8BB5DA-648A-49CD-AB20-0ACE1144733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89823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8BB5DA-648A-49CD-AB20-0ACE1144733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45911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Layered architecture – separated by 4 layers where each layer has its specific responsibility</a:t>
            </a:r>
          </a:p>
          <a:p>
            <a:r>
              <a:rPr lang="en-US" dirty="0"/>
              <a:t>2. Role based access – users are assigned roles where system checks the user’s role and provides specific features.</a:t>
            </a:r>
          </a:p>
          <a:p>
            <a:r>
              <a:rPr lang="en-US" dirty="0"/>
              <a:t>3. Centralized system – booking and flight management is handled by one system. </a:t>
            </a:r>
          </a:p>
          <a:p>
            <a:r>
              <a:rPr lang="en-US" dirty="0"/>
              <a:t>4. OOP-based design – system is design using object-oriented principles.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8BB5DA-648A-49CD-AB20-0ACE1144733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17472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Layer – Data &amp; Behaviors</a:t>
            </a:r>
          </a:p>
          <a:p>
            <a:r>
              <a:rPr lang="en-US" dirty="0"/>
              <a:t>Repository Layer – Persistence </a:t>
            </a:r>
          </a:p>
          <a:p>
            <a:r>
              <a:rPr lang="en-US" dirty="0"/>
              <a:t>Service Layer – Business Rules</a:t>
            </a:r>
          </a:p>
          <a:p>
            <a:r>
              <a:rPr lang="en-US" dirty="0"/>
              <a:t>UI Layer – User Interaction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8BB5DA-648A-49CD-AB20-0ACE1144733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430248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8BB5DA-648A-49CD-AB20-0ACE11447332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26219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7865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0842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197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29801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60937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8843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4810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76755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2338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82129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9158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4/23/26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17585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18" r:id="rId6"/>
    <p:sldLayoutId id="2147483714" r:id="rId7"/>
    <p:sldLayoutId id="2147483715" r:id="rId8"/>
    <p:sldLayoutId id="2147483716" r:id="rId9"/>
    <p:sldLayoutId id="2147483717" r:id="rId10"/>
    <p:sldLayoutId id="2147483719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42">
            <a:extLst>
              <a:ext uri="{FF2B5EF4-FFF2-40B4-BE49-F238E27FC236}">
                <a16:creationId xmlns:a16="http://schemas.microsoft.com/office/drawing/2014/main" id="{0EECA69B-4C2A-7F31-8019-E90DB3BD49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142E1B0-C90D-D6C2-A601-F1EA588B39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2" t="9091" r="7959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45" name="Rectangle 44">
            <a:extLst>
              <a:ext uri="{FF2B5EF4-FFF2-40B4-BE49-F238E27FC236}">
                <a16:creationId xmlns:a16="http://schemas.microsoft.com/office/drawing/2014/main" id="{857DEAC1-B3AA-6569-0A44-A191DF2F3C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577840"/>
            <a:ext cx="12191999" cy="1280160"/>
          </a:xfrm>
          <a:prstGeom prst="rect">
            <a:avLst/>
          </a:prstGeom>
          <a:solidFill>
            <a:schemeClr val="bg1"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C1F42B-7B68-5B5C-B5B7-228095378B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39" y="5731580"/>
            <a:ext cx="8196431" cy="960120"/>
          </a:xfrm>
          <a:ln>
            <a:noFill/>
          </a:ln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100" dirty="0"/>
              <a:t>Air New Zealand</a:t>
            </a:r>
            <a:br>
              <a:rPr lang="en-US" sz="3100" dirty="0"/>
            </a:br>
            <a:r>
              <a:rPr lang="en-US" sz="3100" dirty="0"/>
              <a:t>Flight Booking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FB6620-B9B4-831C-893F-A3F1FCF798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04503" y="5731580"/>
            <a:ext cx="3392781" cy="960120"/>
          </a:xfrm>
        </p:spPr>
        <p:txBody>
          <a:bodyPr anchor="ctr">
            <a:normAutofit/>
          </a:bodyPr>
          <a:lstStyle/>
          <a:p>
            <a:pPr algn="r">
              <a:lnSpc>
                <a:spcPct val="100000"/>
              </a:lnSpc>
            </a:pPr>
            <a:r>
              <a:rPr lang="en-US" sz="1200"/>
              <a:t>Data Process &amp; Software Modelling . Project Phase 1 – Presentation</a:t>
            </a:r>
          </a:p>
          <a:p>
            <a:pPr algn="r">
              <a:lnSpc>
                <a:spcPct val="100000"/>
              </a:lnSpc>
            </a:pPr>
            <a:r>
              <a:rPr lang="en-US" sz="1200"/>
              <a:t>		Christian Cantos - 23188023  </a:t>
            </a:r>
          </a:p>
        </p:txBody>
      </p:sp>
    </p:spTree>
    <p:extLst>
      <p:ext uri="{BB962C8B-B14F-4D97-AF65-F5344CB8AC3E}">
        <p14:creationId xmlns:p14="http://schemas.microsoft.com/office/powerpoint/2010/main" val="32890939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817D949E-564D-4503-A64E-D22FA3232C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0A3A37-38DC-BE4E-3ED5-41B0BE01C7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3154680" cy="4069080"/>
          </a:xfrm>
        </p:spPr>
        <p:txBody>
          <a:bodyPr>
            <a:normAutofit/>
          </a:bodyPr>
          <a:lstStyle/>
          <a:p>
            <a:r>
              <a:rPr lang="en-US" sz="4000"/>
              <a:t>Organization Background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C8EEB27-9249-8B3A-C8C2-18F9DC480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1115568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8482CAC-96FF-EBE5-E97D-0BE2B8A51E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1208" y="6299535"/>
            <a:ext cx="11155680" cy="4646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BFB8031-34EB-6FD1-060A-C888F1399597}"/>
              </a:ext>
            </a:extLst>
          </p:cNvPr>
          <p:cNvSpPr txBox="1">
            <a:spLocks/>
          </p:cNvSpPr>
          <p:nvPr/>
        </p:nvSpPr>
        <p:spPr>
          <a:xfrm>
            <a:off x="6096000" y="2578608"/>
            <a:ext cx="5193792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06B2CAD-D292-2D8D-CC60-9991809D5DBB}"/>
              </a:ext>
            </a:extLst>
          </p:cNvPr>
          <p:cNvSpPr txBox="1">
            <a:spLocks/>
          </p:cNvSpPr>
          <p:nvPr/>
        </p:nvSpPr>
        <p:spPr>
          <a:xfrm>
            <a:off x="6096000" y="2578608"/>
            <a:ext cx="5193792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endParaRPr lang="en-US" dirty="0"/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11FD156C-0E4B-6C1C-5890-C366A3334A0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7590393"/>
              </p:ext>
            </p:extLst>
          </p:nvPr>
        </p:nvGraphicFramePr>
        <p:xfrm>
          <a:off x="4389120" y="978408"/>
          <a:ext cx="7306056" cy="5010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9512240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2CB230-7570-61E1-E56D-11C05B903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Current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2583FF-1A7E-2CDF-7E8C-FE0B560DAC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Air New Zealand currently relies on: </a:t>
            </a:r>
          </a:p>
          <a:p>
            <a:pPr lvl="1"/>
            <a:r>
              <a:rPr lang="en-US" dirty="0"/>
              <a:t>fragmented tools</a:t>
            </a:r>
          </a:p>
          <a:p>
            <a:pPr lvl="1"/>
            <a:r>
              <a:rPr lang="en-US" dirty="0"/>
              <a:t>manual processes</a:t>
            </a:r>
          </a:p>
        </p:txBody>
      </p:sp>
    </p:spTree>
    <p:extLst>
      <p:ext uri="{BB962C8B-B14F-4D97-AF65-F5344CB8AC3E}">
        <p14:creationId xmlns:p14="http://schemas.microsoft.com/office/powerpoint/2010/main" val="19226724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4213918-F1EB-4BCE-BE23-F5E9851EE0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EF6950-8C9D-7C6D-4833-37612711DF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</p:spPr>
        <p:txBody>
          <a:bodyPr>
            <a:normAutofit/>
          </a:bodyPr>
          <a:lstStyle/>
          <a:p>
            <a:r>
              <a:rPr lang="en-US" dirty="0"/>
              <a:t>Challenges &amp; Inefficiencies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062E862-C7F7-4CA1-B929-D0B75F5E9F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568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8B6868B-196F-FC18-35D4-0101601C15A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43385871"/>
              </p:ext>
            </p:extLst>
          </p:nvPr>
        </p:nvGraphicFramePr>
        <p:xfrm>
          <a:off x="520700" y="2578100"/>
          <a:ext cx="11156950" cy="37671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7951610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A421D-EDF4-53D2-2C77-72294606C9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Flight Booking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CC3AB9-2190-0D00-BBCD-F5DE36C724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addressed these challenges, there is a clear need for a centralized, integrated flight booking system that can:</a:t>
            </a:r>
          </a:p>
          <a:p>
            <a:pPr lvl="1"/>
            <a:r>
              <a:rPr lang="en-US" dirty="0"/>
              <a:t>Provides a single platform for managing flights, bookings, and customer data.</a:t>
            </a:r>
          </a:p>
          <a:p>
            <a:pPr lvl="1"/>
            <a:r>
              <a:rPr lang="en-US" dirty="0"/>
              <a:t>Automate key processes such as booking, cancellations, and seat management</a:t>
            </a:r>
          </a:p>
          <a:p>
            <a:pPr lvl="1"/>
            <a:r>
              <a:rPr lang="en-US" dirty="0"/>
              <a:t>Enable real-time updates and accurate tracking of flight and booking information</a:t>
            </a:r>
          </a:p>
          <a:p>
            <a:pPr lvl="1"/>
            <a:r>
              <a:rPr lang="en-US" dirty="0"/>
              <a:t>Improve coordination between staff and departments</a:t>
            </a:r>
          </a:p>
          <a:p>
            <a:pPr lvl="1"/>
            <a:r>
              <a:rPr lang="en-US" dirty="0"/>
              <a:t>Enhance the overall customer experience through faster and more reliable services.</a:t>
            </a:r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18366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diagram of flight information&#10;&#10;AI-generated content may be incorrect.">
            <a:extLst>
              <a:ext uri="{FF2B5EF4-FFF2-40B4-BE49-F238E27FC236}">
                <a16:creationId xmlns:a16="http://schemas.microsoft.com/office/drawing/2014/main" id="{C8BDE331-DBC5-1FA1-1906-9A7EF90FCE4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6907" y="1709928"/>
            <a:ext cx="6638185" cy="464538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AFABE77B-0FD6-72E5-0FB7-37908D0A4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160" y="978408"/>
            <a:ext cx="11155680" cy="1463040"/>
          </a:xfrm>
        </p:spPr>
        <p:txBody>
          <a:bodyPr>
            <a:normAutofit/>
          </a:bodyPr>
          <a:lstStyle/>
          <a:p>
            <a:r>
              <a:rPr lang="en-US" dirty="0"/>
              <a:t>Use Case Diagram</a:t>
            </a:r>
          </a:p>
        </p:txBody>
      </p:sp>
    </p:spTree>
    <p:extLst>
      <p:ext uri="{BB962C8B-B14F-4D97-AF65-F5344CB8AC3E}">
        <p14:creationId xmlns:p14="http://schemas.microsoft.com/office/powerpoint/2010/main" val="33649251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4213918-F1EB-4BCE-BE23-F5E9851EE0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2923CA5-5D54-CECA-EB22-BCE65A349B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</p:spPr>
        <p:txBody>
          <a:bodyPr>
            <a:normAutofit/>
          </a:bodyPr>
          <a:lstStyle/>
          <a:p>
            <a:r>
              <a:rPr lang="en-US" dirty="0"/>
              <a:t>System Design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062E862-C7F7-4CA1-B929-D0B75F5E9F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568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FA75A81-4CAA-9BC5-4BAD-681D421FA4D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79790454"/>
              </p:ext>
            </p:extLst>
          </p:nvPr>
        </p:nvGraphicFramePr>
        <p:xfrm>
          <a:off x="520700" y="2578100"/>
          <a:ext cx="11156950" cy="37671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5905404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C66F24-EE6B-F70F-A455-67C0FDFC2E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UML Class Diagram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76BD0CF7-6292-CD41-3427-AC89855037B8}"/>
              </a:ext>
            </a:extLst>
          </p:cNvPr>
          <p:cNvCxnSpPr/>
          <p:nvPr/>
        </p:nvCxnSpPr>
        <p:spPr>
          <a:xfrm>
            <a:off x="2167128" y="3118104"/>
            <a:ext cx="340141" cy="2103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114C187C-90E3-890C-4B74-156C4E0371B9}"/>
              </a:ext>
            </a:extLst>
          </p:cNvPr>
          <p:cNvSpPr txBox="1"/>
          <p:nvPr/>
        </p:nvSpPr>
        <p:spPr>
          <a:xfrm>
            <a:off x="769208" y="2748772"/>
            <a:ext cx="147495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Model Layer</a:t>
            </a:r>
          </a:p>
          <a:p>
            <a:endParaRPr lang="en-US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17FA9C6-DA36-2824-EE03-D5C028CD6649}"/>
              </a:ext>
            </a:extLst>
          </p:cNvPr>
          <p:cNvCxnSpPr>
            <a:cxnSpLocks/>
          </p:cNvCxnSpPr>
          <p:nvPr/>
        </p:nvCxnSpPr>
        <p:spPr>
          <a:xfrm flipH="1">
            <a:off x="9180576" y="1883854"/>
            <a:ext cx="427118" cy="2284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4040A9FB-7A5C-F225-ECA3-632F76DDBB16}"/>
              </a:ext>
            </a:extLst>
          </p:cNvPr>
          <p:cNvSpPr txBox="1"/>
          <p:nvPr/>
        </p:nvSpPr>
        <p:spPr>
          <a:xfrm>
            <a:off x="9555409" y="1554670"/>
            <a:ext cx="19620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Repository Layer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E4F8D99-9B16-6A40-6F07-E711D5A3BF0A}"/>
              </a:ext>
            </a:extLst>
          </p:cNvPr>
          <p:cNvCxnSpPr>
            <a:cxnSpLocks/>
          </p:cNvCxnSpPr>
          <p:nvPr/>
        </p:nvCxnSpPr>
        <p:spPr>
          <a:xfrm flipH="1">
            <a:off x="9128291" y="3586876"/>
            <a:ext cx="427118" cy="2284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C76EFBE2-914E-3413-23A2-90A002FCA782}"/>
              </a:ext>
            </a:extLst>
          </p:cNvPr>
          <p:cNvSpPr txBox="1"/>
          <p:nvPr/>
        </p:nvSpPr>
        <p:spPr>
          <a:xfrm>
            <a:off x="9518583" y="3261288"/>
            <a:ext cx="16098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Service Layer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BF3E542-4447-58D7-6BF1-F247DBA38954}"/>
              </a:ext>
            </a:extLst>
          </p:cNvPr>
          <p:cNvCxnSpPr>
            <a:cxnSpLocks/>
          </p:cNvCxnSpPr>
          <p:nvPr/>
        </p:nvCxnSpPr>
        <p:spPr>
          <a:xfrm flipH="1">
            <a:off x="9171021" y="5417725"/>
            <a:ext cx="427118" cy="2284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E1C91ECA-63D4-0E6F-06B5-47DDC705CB75}"/>
              </a:ext>
            </a:extLst>
          </p:cNvPr>
          <p:cNvSpPr txBox="1"/>
          <p:nvPr/>
        </p:nvSpPr>
        <p:spPr>
          <a:xfrm>
            <a:off x="9555409" y="5048393"/>
            <a:ext cx="10485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UI Layer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CAE208D6-B76D-056A-4F42-8A2A7FA26C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435" y="1952339"/>
            <a:ext cx="6551874" cy="4414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69283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3E7D2D-D839-A4EF-A8AD-67F692B9CE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Live 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07E44B-90C3-3759-25C3-381DAF078A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Core Functionalities:</a:t>
            </a:r>
          </a:p>
          <a:p>
            <a:pPr lvl="1"/>
            <a:r>
              <a:rPr lang="en-US" dirty="0"/>
              <a:t>User authentication</a:t>
            </a:r>
          </a:p>
          <a:p>
            <a:pPr lvl="2"/>
            <a:r>
              <a:rPr lang="en-US" dirty="0"/>
              <a:t>Login</a:t>
            </a:r>
          </a:p>
          <a:p>
            <a:pPr lvl="2"/>
            <a:r>
              <a:rPr lang="en-US" dirty="0"/>
              <a:t>Logout</a:t>
            </a:r>
          </a:p>
          <a:p>
            <a:pPr lvl="2"/>
            <a:r>
              <a:rPr lang="en-US" dirty="0"/>
              <a:t>Register</a:t>
            </a:r>
          </a:p>
          <a:p>
            <a:pPr lvl="1"/>
            <a:r>
              <a:rPr lang="en-US" dirty="0"/>
              <a:t>Role-base Access</a:t>
            </a:r>
          </a:p>
          <a:p>
            <a:pPr lvl="1"/>
            <a:r>
              <a:rPr lang="en-US" dirty="0"/>
              <a:t>Flight management</a:t>
            </a:r>
          </a:p>
          <a:p>
            <a:pPr lvl="2"/>
            <a:r>
              <a:rPr lang="en-US" dirty="0"/>
              <a:t>Adding Flight</a:t>
            </a:r>
          </a:p>
          <a:p>
            <a:pPr lvl="2"/>
            <a:r>
              <a:rPr lang="en-US" dirty="0"/>
              <a:t>View all flights</a:t>
            </a:r>
          </a:p>
          <a:p>
            <a:pPr lvl="1"/>
            <a:r>
              <a:rPr lang="en-US" dirty="0"/>
              <a:t>And booking operations</a:t>
            </a:r>
          </a:p>
          <a:p>
            <a:pPr lvl="2"/>
            <a:r>
              <a:rPr lang="en-US" dirty="0"/>
              <a:t>Search flights</a:t>
            </a:r>
          </a:p>
          <a:p>
            <a:pPr lvl="2"/>
            <a:r>
              <a:rPr lang="en-US" dirty="0"/>
              <a:t>View flight details</a:t>
            </a:r>
          </a:p>
          <a:p>
            <a:pPr lvl="2"/>
            <a:r>
              <a:rPr lang="en-US" dirty="0"/>
              <a:t>Book flights</a:t>
            </a:r>
          </a:p>
          <a:p>
            <a:pPr lvl="2"/>
            <a:r>
              <a:rPr lang="en-US" dirty="0"/>
              <a:t>View bookings </a:t>
            </a:r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15938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9A5194-BDC9-0D50-0D4E-2151E9E71F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Phase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15E1F8-5F77-09B3-2639-1A827A3C79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Fully functional flight booking system implementing all business rules</a:t>
            </a:r>
          </a:p>
          <a:p>
            <a:r>
              <a:rPr lang="en-US" dirty="0"/>
              <a:t>Add some users such as (Front Desk Staff, Loyal Customer, Flight Manager)</a:t>
            </a:r>
          </a:p>
          <a:p>
            <a:r>
              <a:rPr lang="en-US" dirty="0"/>
              <a:t>Database</a:t>
            </a:r>
          </a:p>
          <a:p>
            <a:r>
              <a:rPr lang="en-US" dirty="0"/>
              <a:t>Ticket Generator</a:t>
            </a:r>
          </a:p>
          <a:p>
            <a:r>
              <a:rPr lang="en-US" dirty="0"/>
              <a:t>Payment Processing Simulation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1980665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Vapor Trail</Template>
  <TotalTime>1769</TotalTime>
  <Words>558</Words>
  <Application>Microsoft Macintosh PowerPoint</Application>
  <PresentationFormat>Widescreen</PresentationFormat>
  <Paragraphs>97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Arial</vt:lpstr>
      <vt:lpstr>Bierstadt</vt:lpstr>
      <vt:lpstr>Wingdings</vt:lpstr>
      <vt:lpstr>GestaltVTI</vt:lpstr>
      <vt:lpstr>Air New Zealand Flight Booking System</vt:lpstr>
      <vt:lpstr>Organization Background</vt:lpstr>
      <vt:lpstr>Current System</vt:lpstr>
      <vt:lpstr>Challenges &amp; Inefficiencies</vt:lpstr>
      <vt:lpstr>Flight Booking System</vt:lpstr>
      <vt:lpstr>Use Case Diagram</vt:lpstr>
      <vt:lpstr>System Design</vt:lpstr>
      <vt:lpstr>UML Class Diagram</vt:lpstr>
      <vt:lpstr>Live Demo</vt:lpstr>
      <vt:lpstr>Next Phase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Christian Danielle Cantos</dc:creator>
  <cp:lastModifiedBy>Christian Danielle Cantos</cp:lastModifiedBy>
  <cp:revision>14</cp:revision>
  <cp:lastPrinted>2026-04-22T12:37:25Z</cp:lastPrinted>
  <dcterms:created xsi:type="dcterms:W3CDTF">2026-04-18T13:50:15Z</dcterms:created>
  <dcterms:modified xsi:type="dcterms:W3CDTF">2026-04-23T11:39:58Z</dcterms:modified>
</cp:coreProperties>
</file>